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0" r:id="rId1"/>
  </p:sldMasterIdLst>
  <p:notesMasterIdLst>
    <p:notesMasterId r:id="rId15"/>
  </p:notesMasterIdLst>
  <p:handoutMasterIdLst>
    <p:handoutMasterId r:id="rId16"/>
  </p:handoutMasterIdLst>
  <p:sldIdLst>
    <p:sldId id="3309" r:id="rId2"/>
    <p:sldId id="3310" r:id="rId3"/>
    <p:sldId id="3335" r:id="rId4"/>
    <p:sldId id="3336" r:id="rId5"/>
    <p:sldId id="3337" r:id="rId6"/>
    <p:sldId id="3339" r:id="rId7"/>
    <p:sldId id="3340" r:id="rId8"/>
    <p:sldId id="3342" r:id="rId9"/>
    <p:sldId id="3338" r:id="rId10"/>
    <p:sldId id="3343" r:id="rId11"/>
    <p:sldId id="3344" r:id="rId12"/>
    <p:sldId id="3330" r:id="rId13"/>
    <p:sldId id="3332" r:id="rId14"/>
  </p:sldIdLst>
  <p:sldSz cx="12858750" cy="7232650"/>
  <p:notesSz cx="6858000" cy="9144000"/>
  <p:custDataLst>
    <p:tags r:id="rId1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39763" indent="-1825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638" indent="-5540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050" userDrawn="1">
          <p15:clr>
            <a:srgbClr val="A4A3A4"/>
          </p15:clr>
        </p15:guide>
        <p15:guide id="2" orient="horz" pos="22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B87A56"/>
    <a:srgbClr val="1D2744"/>
    <a:srgbClr val="F6E9DB"/>
    <a:srgbClr val="8C7244"/>
    <a:srgbClr val="DDDDDB"/>
    <a:srgbClr val="F6F4F5"/>
    <a:srgbClr val="014DF9"/>
    <a:srgbClr val="BFBFBF"/>
    <a:srgbClr val="004C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44" autoAdjust="0"/>
    <p:restoredTop sz="95343" autoAdjust="0"/>
  </p:normalViewPr>
  <p:slideViewPr>
    <p:cSldViewPr>
      <p:cViewPr varScale="1">
        <p:scale>
          <a:sx n="102" d="100"/>
          <a:sy n="102" d="100"/>
        </p:scale>
        <p:origin x="88" y="144"/>
      </p:cViewPr>
      <p:guideLst>
        <p:guide pos="4050"/>
        <p:guide orient="horz" pos="2278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howGuides="1">
      <p:cViewPr varScale="1">
        <p:scale>
          <a:sx n="85" d="100"/>
          <a:sy n="85" d="100"/>
        </p:scale>
        <p:origin x="38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742FC-62BB-4B81-9CA5-3B750A4B4580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E82F1-5B17-4D95-A6D6-EB96F2D7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5143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  <a:pPr>
                <a:defRPr/>
              </a:pPr>
              <a:t>2026/5/28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540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493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6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788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000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75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5A1C5-04F7-1C1F-D36E-4029786C9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C5D291-F86C-6B6A-776D-6981A98BA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A2ACC9-8DF5-B078-EF84-D011435A1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8C77CC-4774-E004-EF56-A10898A0DD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730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E1574-3A7A-AC25-DF20-F832BD75E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D7D936-9FD5-7254-F278-E889FE567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1DD021-7533-F7C2-7773-85A657C1E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3E0628-E01F-A131-20A4-11ED6CD5E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344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3DD34-527B-0E0A-2CC8-831AB7442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938951-B49C-9E84-71AA-3C6F05552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DF95B6-214E-FA3C-5D63-C54E4D74C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27E49E-37AE-CB50-7243-6B4AEC7E6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5570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002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164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170DDAE-AF7E-813B-7C60-CB5A3645DC55}"/>
              </a:ext>
            </a:extLst>
          </p:cNvPr>
          <p:cNvGrpSpPr/>
          <p:nvPr userDrawn="1"/>
        </p:nvGrpSpPr>
        <p:grpSpPr>
          <a:xfrm>
            <a:off x="-51345" y="-56082"/>
            <a:ext cx="3631665" cy="936104"/>
            <a:chOff x="-51345" y="-56083"/>
            <a:chExt cx="5795714" cy="1493913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80D08D57-DF69-6885-916E-F77FE813E475}"/>
                </a:ext>
              </a:extLst>
            </p:cNvPr>
            <p:cNvSpPr/>
            <p:nvPr/>
          </p:nvSpPr>
          <p:spPr>
            <a:xfrm>
              <a:off x="0" y="0"/>
              <a:ext cx="5059831" cy="1237807"/>
            </a:xfrm>
            <a:custGeom>
              <a:avLst/>
              <a:gdLst>
                <a:gd name="connsiteX0" fmla="*/ 0 w 5059831"/>
                <a:gd name="connsiteY0" fmla="*/ 0 h 1237807"/>
                <a:gd name="connsiteX1" fmla="*/ 5059831 w 5059831"/>
                <a:gd name="connsiteY1" fmla="*/ 0 h 1237807"/>
                <a:gd name="connsiteX2" fmla="*/ 5035480 w 5059831"/>
                <a:gd name="connsiteY2" fmla="*/ 34911 h 1237807"/>
                <a:gd name="connsiteX3" fmla="*/ 3860800 w 5059831"/>
                <a:gd name="connsiteY3" fmla="*/ 1190171 h 1237807"/>
                <a:gd name="connsiteX4" fmla="*/ 1625600 w 5059831"/>
                <a:gd name="connsiteY4" fmla="*/ 754743 h 1237807"/>
                <a:gd name="connsiteX5" fmla="*/ 624114 w 5059831"/>
                <a:gd name="connsiteY5" fmla="*/ 1175657 h 1237807"/>
                <a:gd name="connsiteX6" fmla="*/ 59123 w 5059831"/>
                <a:gd name="connsiteY6" fmla="*/ 727946 h 1237807"/>
                <a:gd name="connsiteX7" fmla="*/ 0 w 5059831"/>
                <a:gd name="connsiteY7" fmla="*/ 630647 h 1237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59831" h="1237807">
                  <a:moveTo>
                    <a:pt x="0" y="0"/>
                  </a:moveTo>
                  <a:lnTo>
                    <a:pt x="5059831" y="0"/>
                  </a:lnTo>
                  <a:lnTo>
                    <a:pt x="5035480" y="34911"/>
                  </a:lnTo>
                  <a:cubicBezTo>
                    <a:pt x="4705578" y="500554"/>
                    <a:pt x="4261455" y="1048052"/>
                    <a:pt x="3860800" y="1190171"/>
                  </a:cubicBezTo>
                  <a:cubicBezTo>
                    <a:pt x="3219752" y="1417562"/>
                    <a:pt x="2165048" y="757162"/>
                    <a:pt x="1625600" y="754743"/>
                  </a:cubicBezTo>
                  <a:cubicBezTo>
                    <a:pt x="1086152" y="752324"/>
                    <a:pt x="1002332" y="1168884"/>
                    <a:pt x="624114" y="1175657"/>
                  </a:cubicBezTo>
                  <a:cubicBezTo>
                    <a:pt x="387728" y="1179890"/>
                    <a:pt x="219094" y="980867"/>
                    <a:pt x="59123" y="727946"/>
                  </a:cubicBezTo>
                  <a:lnTo>
                    <a:pt x="0" y="630647"/>
                  </a:lnTo>
                  <a:close/>
                </a:path>
              </a:pathLst>
            </a:custGeom>
            <a:solidFill>
              <a:srgbClr val="F6F4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36EDE270-C03E-E885-5032-F10E06E6EA47}"/>
                </a:ext>
              </a:extLst>
            </p:cNvPr>
            <p:cNvSpPr/>
            <p:nvPr/>
          </p:nvSpPr>
          <p:spPr>
            <a:xfrm>
              <a:off x="-51345" y="-56083"/>
              <a:ext cx="5795714" cy="1493913"/>
            </a:xfrm>
            <a:custGeom>
              <a:avLst/>
              <a:gdLst>
                <a:gd name="connsiteX0" fmla="*/ 0 w 5795714"/>
                <a:gd name="connsiteY0" fmla="*/ 0 h 1493913"/>
                <a:gd name="connsiteX1" fmla="*/ 5795714 w 5795714"/>
                <a:gd name="connsiteY1" fmla="*/ 0 h 1493913"/>
                <a:gd name="connsiteX2" fmla="*/ 5739437 w 5795714"/>
                <a:gd name="connsiteY2" fmla="*/ 53805 h 1493913"/>
                <a:gd name="connsiteX3" fmla="*/ 4775200 w 5795714"/>
                <a:gd name="connsiteY3" fmla="*/ 667657 h 1493913"/>
                <a:gd name="connsiteX4" fmla="*/ 3048000 w 5795714"/>
                <a:gd name="connsiteY4" fmla="*/ 696686 h 1493913"/>
                <a:gd name="connsiteX5" fmla="*/ 856343 w 5795714"/>
                <a:gd name="connsiteY5" fmla="*/ 1480457 h 1493913"/>
                <a:gd name="connsiteX6" fmla="*/ 87114 w 5795714"/>
                <a:gd name="connsiteY6" fmla="*/ 1346051 h 1493913"/>
                <a:gd name="connsiteX7" fmla="*/ 0 w 5795714"/>
                <a:gd name="connsiteY7" fmla="*/ 1291094 h 1493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95714" h="1493913">
                  <a:moveTo>
                    <a:pt x="0" y="0"/>
                  </a:moveTo>
                  <a:lnTo>
                    <a:pt x="5795714" y="0"/>
                  </a:lnTo>
                  <a:lnTo>
                    <a:pt x="5739437" y="53805"/>
                  </a:lnTo>
                  <a:cubicBezTo>
                    <a:pt x="5451703" y="318634"/>
                    <a:pt x="5147129" y="553357"/>
                    <a:pt x="4775200" y="667657"/>
                  </a:cubicBezTo>
                  <a:cubicBezTo>
                    <a:pt x="4279295" y="820057"/>
                    <a:pt x="3701143" y="561219"/>
                    <a:pt x="3048000" y="696686"/>
                  </a:cubicBezTo>
                  <a:cubicBezTo>
                    <a:pt x="2394857" y="832153"/>
                    <a:pt x="1403048" y="1410305"/>
                    <a:pt x="856343" y="1480457"/>
                  </a:cubicBezTo>
                  <a:cubicBezTo>
                    <a:pt x="514653" y="1524302"/>
                    <a:pt x="280685" y="1456172"/>
                    <a:pt x="87114" y="1346051"/>
                  </a:cubicBezTo>
                  <a:lnTo>
                    <a:pt x="0" y="1291094"/>
                  </a:lnTo>
                  <a:close/>
                </a:path>
              </a:pathLst>
            </a:custGeom>
            <a:noFill/>
            <a:ln w="25400">
              <a:solidFill>
                <a:srgbClr val="B87A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497FE5-EA22-FA6B-9091-E6530BFFB207}"/>
              </a:ext>
            </a:extLst>
          </p:cNvPr>
          <p:cNvGrpSpPr/>
          <p:nvPr userDrawn="1"/>
        </p:nvGrpSpPr>
        <p:grpSpPr>
          <a:xfrm>
            <a:off x="3151380" y="5981996"/>
            <a:ext cx="10482953" cy="2070430"/>
            <a:chOff x="4785961" y="2576191"/>
            <a:chExt cx="8453959" cy="4712542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EFA75310-8526-5C82-CD68-E9EF2ED86914}"/>
                </a:ext>
              </a:extLst>
            </p:cNvPr>
            <p:cNvSpPr/>
            <p:nvPr/>
          </p:nvSpPr>
          <p:spPr>
            <a:xfrm>
              <a:off x="4785961" y="3652816"/>
              <a:ext cx="8072789" cy="3579835"/>
            </a:xfrm>
            <a:custGeom>
              <a:avLst/>
              <a:gdLst>
                <a:gd name="connsiteX0" fmla="*/ 8072789 w 8072789"/>
                <a:gd name="connsiteY0" fmla="*/ 0 h 3579835"/>
                <a:gd name="connsiteX1" fmla="*/ 8072789 w 8072789"/>
                <a:gd name="connsiteY1" fmla="*/ 3579835 h 3579835"/>
                <a:gd name="connsiteX2" fmla="*/ 0 w 8072789"/>
                <a:gd name="connsiteY2" fmla="*/ 3579835 h 3579835"/>
                <a:gd name="connsiteX3" fmla="*/ 1812 w 8072789"/>
                <a:gd name="connsiteY3" fmla="*/ 3562472 h 3579835"/>
                <a:gd name="connsiteX4" fmla="*/ 584325 w 8072789"/>
                <a:gd name="connsiteY4" fmla="*/ 2138385 h 3579835"/>
                <a:gd name="connsiteX5" fmla="*/ 2790496 w 8072789"/>
                <a:gd name="connsiteY5" fmla="*/ 2051299 h 3579835"/>
                <a:gd name="connsiteX6" fmla="*/ 4633810 w 8072789"/>
                <a:gd name="connsiteY6" fmla="*/ 149928 h 3579835"/>
                <a:gd name="connsiteX7" fmla="*/ 6839982 w 8072789"/>
                <a:gd name="connsiteY7" fmla="*/ 512785 h 3579835"/>
                <a:gd name="connsiteX8" fmla="*/ 7966653 w 8072789"/>
                <a:gd name="connsiteY8" fmla="*/ 63296 h 3579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72789" h="3579835">
                  <a:moveTo>
                    <a:pt x="8072789" y="0"/>
                  </a:moveTo>
                  <a:lnTo>
                    <a:pt x="8072789" y="3579835"/>
                  </a:lnTo>
                  <a:lnTo>
                    <a:pt x="0" y="3579835"/>
                  </a:lnTo>
                  <a:lnTo>
                    <a:pt x="1812" y="3562472"/>
                  </a:lnTo>
                  <a:cubicBezTo>
                    <a:pt x="68652" y="2960445"/>
                    <a:pt x="173692" y="2396619"/>
                    <a:pt x="584325" y="2138385"/>
                  </a:cubicBezTo>
                  <a:cubicBezTo>
                    <a:pt x="1053620" y="1843261"/>
                    <a:pt x="2115582" y="2382708"/>
                    <a:pt x="2790496" y="2051299"/>
                  </a:cubicBezTo>
                  <a:cubicBezTo>
                    <a:pt x="3465410" y="1719890"/>
                    <a:pt x="3958896" y="406347"/>
                    <a:pt x="4633810" y="149928"/>
                  </a:cubicBezTo>
                  <a:cubicBezTo>
                    <a:pt x="5308724" y="-106491"/>
                    <a:pt x="6094915" y="650671"/>
                    <a:pt x="6839982" y="512785"/>
                  </a:cubicBezTo>
                  <a:cubicBezTo>
                    <a:pt x="7212515" y="443842"/>
                    <a:pt x="7588677" y="277835"/>
                    <a:pt x="7966653" y="63296"/>
                  </a:cubicBezTo>
                  <a:close/>
                </a:path>
              </a:pathLst>
            </a:custGeom>
            <a:solidFill>
              <a:srgbClr val="F6E9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36700603-1828-A42C-08F4-E2BB81439B2C}"/>
                </a:ext>
              </a:extLst>
            </p:cNvPr>
            <p:cNvSpPr/>
            <p:nvPr/>
          </p:nvSpPr>
          <p:spPr>
            <a:xfrm>
              <a:off x="6410497" y="2576191"/>
              <a:ext cx="6499598" cy="4712542"/>
            </a:xfrm>
            <a:custGeom>
              <a:avLst/>
              <a:gdLst>
                <a:gd name="connsiteX0" fmla="*/ 6499598 w 6499598"/>
                <a:gd name="connsiteY0" fmla="*/ 0 h 4712542"/>
                <a:gd name="connsiteX1" fmla="*/ 6499598 w 6499598"/>
                <a:gd name="connsiteY1" fmla="*/ 4712542 h 4712542"/>
                <a:gd name="connsiteX2" fmla="*/ 0 w 6499598"/>
                <a:gd name="connsiteY2" fmla="*/ 4712542 h 4712542"/>
                <a:gd name="connsiteX3" fmla="*/ 59904 w 6499598"/>
                <a:gd name="connsiteY3" fmla="*/ 4638461 h 4712542"/>
                <a:gd name="connsiteX4" fmla="*/ 1333419 w 6499598"/>
                <a:gd name="connsiteY4" fmla="*/ 3503321 h 4712542"/>
                <a:gd name="connsiteX5" fmla="*/ 4091134 w 6499598"/>
                <a:gd name="connsiteY5" fmla="*/ 3198521 h 4712542"/>
                <a:gd name="connsiteX6" fmla="*/ 5513534 w 6499598"/>
                <a:gd name="connsiteY6" fmla="*/ 673035 h 4712542"/>
                <a:gd name="connsiteX7" fmla="*/ 6319077 w 6499598"/>
                <a:gd name="connsiteY7" fmla="*/ 76589 h 4712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499598" h="4712542">
                  <a:moveTo>
                    <a:pt x="6499598" y="0"/>
                  </a:moveTo>
                  <a:lnTo>
                    <a:pt x="6499598" y="4712542"/>
                  </a:lnTo>
                  <a:lnTo>
                    <a:pt x="0" y="4712542"/>
                  </a:lnTo>
                  <a:lnTo>
                    <a:pt x="59904" y="4638461"/>
                  </a:lnTo>
                  <a:cubicBezTo>
                    <a:pt x="381505" y="4242359"/>
                    <a:pt x="831165" y="3716197"/>
                    <a:pt x="1333419" y="3503321"/>
                  </a:cubicBezTo>
                  <a:cubicBezTo>
                    <a:pt x="2063972" y="3193683"/>
                    <a:pt x="3394448" y="3670235"/>
                    <a:pt x="4091134" y="3198521"/>
                  </a:cubicBezTo>
                  <a:cubicBezTo>
                    <a:pt x="4787820" y="2726807"/>
                    <a:pt x="5000696" y="1241511"/>
                    <a:pt x="5513534" y="673035"/>
                  </a:cubicBezTo>
                  <a:cubicBezTo>
                    <a:pt x="5769953" y="388797"/>
                    <a:pt x="6040886" y="207066"/>
                    <a:pt x="6319077" y="76589"/>
                  </a:cubicBezTo>
                  <a:close/>
                </a:path>
              </a:pathLst>
            </a:custGeom>
            <a:noFill/>
            <a:ln w="25400">
              <a:solidFill>
                <a:srgbClr val="B87A5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椭圆 16">
              <a:extLst>
                <a:ext uri="{FF2B5EF4-FFF2-40B4-BE49-F238E27FC236}">
                  <a16:creationId xmlns:a16="http://schemas.microsoft.com/office/drawing/2014/main" id="{EA4E8BD2-44A7-9C7C-A57A-5E2D36E7C71A}"/>
                </a:ext>
              </a:extLst>
            </p:cNvPr>
            <p:cNvSpPr/>
            <p:nvPr/>
          </p:nvSpPr>
          <p:spPr>
            <a:xfrm>
              <a:off x="11253911" y="4662296"/>
              <a:ext cx="1986009" cy="1814459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solidFill>
              <a:srgbClr val="B87A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85706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238" y="385763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3E93-166D-47F5-9EF1-ACEABE24AEEA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5ACA-62CA-46DB-AD6B-12EDD6D51A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75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0" r:id="rId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E5161BDE-F687-4327-BADC-8B1C8FE1D3CD}"/>
              </a:ext>
            </a:extLst>
          </p:cNvPr>
          <p:cNvSpPr/>
          <p:nvPr/>
        </p:nvSpPr>
        <p:spPr>
          <a:xfrm>
            <a:off x="1748855" y="4209337"/>
            <a:ext cx="4896544" cy="562828"/>
          </a:xfrm>
          <a:prstGeom prst="roundRect">
            <a:avLst>
              <a:gd name="adj" fmla="val 50000"/>
            </a:avLst>
          </a:prstGeom>
          <a:solidFill>
            <a:srgbClr val="B87A56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09FC8ECF-6DB9-E901-4ADB-513E2558ED5B}"/>
              </a:ext>
            </a:extLst>
          </p:cNvPr>
          <p:cNvSpPr/>
          <p:nvPr/>
        </p:nvSpPr>
        <p:spPr>
          <a:xfrm>
            <a:off x="0" y="0"/>
            <a:ext cx="5059831" cy="1237807"/>
          </a:xfrm>
          <a:custGeom>
            <a:avLst/>
            <a:gdLst>
              <a:gd name="connsiteX0" fmla="*/ 0 w 5059831"/>
              <a:gd name="connsiteY0" fmla="*/ 0 h 1237807"/>
              <a:gd name="connsiteX1" fmla="*/ 5059831 w 5059831"/>
              <a:gd name="connsiteY1" fmla="*/ 0 h 1237807"/>
              <a:gd name="connsiteX2" fmla="*/ 5035480 w 5059831"/>
              <a:gd name="connsiteY2" fmla="*/ 34911 h 1237807"/>
              <a:gd name="connsiteX3" fmla="*/ 3860800 w 5059831"/>
              <a:gd name="connsiteY3" fmla="*/ 1190171 h 1237807"/>
              <a:gd name="connsiteX4" fmla="*/ 1625600 w 5059831"/>
              <a:gd name="connsiteY4" fmla="*/ 754743 h 1237807"/>
              <a:gd name="connsiteX5" fmla="*/ 624114 w 5059831"/>
              <a:gd name="connsiteY5" fmla="*/ 1175657 h 1237807"/>
              <a:gd name="connsiteX6" fmla="*/ 59123 w 5059831"/>
              <a:gd name="connsiteY6" fmla="*/ 727946 h 1237807"/>
              <a:gd name="connsiteX7" fmla="*/ 0 w 5059831"/>
              <a:gd name="connsiteY7" fmla="*/ 630647 h 1237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59831" h="1237807">
                <a:moveTo>
                  <a:pt x="0" y="0"/>
                </a:moveTo>
                <a:lnTo>
                  <a:pt x="5059831" y="0"/>
                </a:lnTo>
                <a:lnTo>
                  <a:pt x="5035480" y="34911"/>
                </a:lnTo>
                <a:cubicBezTo>
                  <a:pt x="4705578" y="500554"/>
                  <a:pt x="4261455" y="1048052"/>
                  <a:pt x="3860800" y="1190171"/>
                </a:cubicBezTo>
                <a:cubicBezTo>
                  <a:pt x="3219752" y="1417562"/>
                  <a:pt x="2165048" y="757162"/>
                  <a:pt x="1625600" y="754743"/>
                </a:cubicBezTo>
                <a:cubicBezTo>
                  <a:pt x="1086152" y="752324"/>
                  <a:pt x="1002332" y="1168884"/>
                  <a:pt x="624114" y="1175657"/>
                </a:cubicBezTo>
                <a:cubicBezTo>
                  <a:pt x="387728" y="1179890"/>
                  <a:pt x="219094" y="980867"/>
                  <a:pt x="59123" y="727946"/>
                </a:cubicBezTo>
                <a:lnTo>
                  <a:pt x="0" y="630647"/>
                </a:lnTo>
                <a:close/>
              </a:path>
            </a:pathLst>
          </a:custGeom>
          <a:solidFill>
            <a:srgbClr val="F6F4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FF6EF886-5CC6-81F6-88B2-07540CD8AB3D}"/>
              </a:ext>
            </a:extLst>
          </p:cNvPr>
          <p:cNvSpPr/>
          <p:nvPr/>
        </p:nvSpPr>
        <p:spPr>
          <a:xfrm>
            <a:off x="-51345" y="-56083"/>
            <a:ext cx="5795714" cy="1493913"/>
          </a:xfrm>
          <a:custGeom>
            <a:avLst/>
            <a:gdLst>
              <a:gd name="connsiteX0" fmla="*/ 0 w 5795714"/>
              <a:gd name="connsiteY0" fmla="*/ 0 h 1493913"/>
              <a:gd name="connsiteX1" fmla="*/ 5795714 w 5795714"/>
              <a:gd name="connsiteY1" fmla="*/ 0 h 1493913"/>
              <a:gd name="connsiteX2" fmla="*/ 5739437 w 5795714"/>
              <a:gd name="connsiteY2" fmla="*/ 53805 h 1493913"/>
              <a:gd name="connsiteX3" fmla="*/ 4775200 w 5795714"/>
              <a:gd name="connsiteY3" fmla="*/ 667657 h 1493913"/>
              <a:gd name="connsiteX4" fmla="*/ 3048000 w 5795714"/>
              <a:gd name="connsiteY4" fmla="*/ 696686 h 1493913"/>
              <a:gd name="connsiteX5" fmla="*/ 856343 w 5795714"/>
              <a:gd name="connsiteY5" fmla="*/ 1480457 h 1493913"/>
              <a:gd name="connsiteX6" fmla="*/ 87114 w 5795714"/>
              <a:gd name="connsiteY6" fmla="*/ 1346051 h 1493913"/>
              <a:gd name="connsiteX7" fmla="*/ 0 w 5795714"/>
              <a:gd name="connsiteY7" fmla="*/ 1291094 h 149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95714" h="1493913">
                <a:moveTo>
                  <a:pt x="0" y="0"/>
                </a:moveTo>
                <a:lnTo>
                  <a:pt x="5795714" y="0"/>
                </a:lnTo>
                <a:lnTo>
                  <a:pt x="5739437" y="53805"/>
                </a:lnTo>
                <a:cubicBezTo>
                  <a:pt x="5451703" y="318634"/>
                  <a:pt x="5147129" y="553357"/>
                  <a:pt x="4775200" y="667657"/>
                </a:cubicBezTo>
                <a:cubicBezTo>
                  <a:pt x="4279295" y="820057"/>
                  <a:pt x="3701143" y="561219"/>
                  <a:pt x="3048000" y="696686"/>
                </a:cubicBezTo>
                <a:cubicBezTo>
                  <a:pt x="2394857" y="832153"/>
                  <a:pt x="1403048" y="1410305"/>
                  <a:pt x="856343" y="1480457"/>
                </a:cubicBezTo>
                <a:cubicBezTo>
                  <a:pt x="514653" y="1524302"/>
                  <a:pt x="280685" y="1456172"/>
                  <a:pt x="87114" y="1346051"/>
                </a:cubicBezTo>
                <a:lnTo>
                  <a:pt x="0" y="1291094"/>
                </a:lnTo>
                <a:close/>
              </a:path>
            </a:pathLst>
          </a:custGeom>
          <a:noFill/>
          <a:ln w="25400">
            <a:solidFill>
              <a:srgbClr val="B87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256F215F-ACB3-FFE5-2D10-3D6DF11B65CF}"/>
              </a:ext>
            </a:extLst>
          </p:cNvPr>
          <p:cNvSpPr/>
          <p:nvPr/>
        </p:nvSpPr>
        <p:spPr>
          <a:xfrm>
            <a:off x="4785961" y="3652816"/>
            <a:ext cx="8072789" cy="3579835"/>
          </a:xfrm>
          <a:custGeom>
            <a:avLst/>
            <a:gdLst>
              <a:gd name="connsiteX0" fmla="*/ 8072789 w 8072789"/>
              <a:gd name="connsiteY0" fmla="*/ 0 h 3579835"/>
              <a:gd name="connsiteX1" fmla="*/ 8072789 w 8072789"/>
              <a:gd name="connsiteY1" fmla="*/ 3579835 h 3579835"/>
              <a:gd name="connsiteX2" fmla="*/ 0 w 8072789"/>
              <a:gd name="connsiteY2" fmla="*/ 3579835 h 3579835"/>
              <a:gd name="connsiteX3" fmla="*/ 1812 w 8072789"/>
              <a:gd name="connsiteY3" fmla="*/ 3562472 h 3579835"/>
              <a:gd name="connsiteX4" fmla="*/ 584325 w 8072789"/>
              <a:gd name="connsiteY4" fmla="*/ 2138385 h 3579835"/>
              <a:gd name="connsiteX5" fmla="*/ 2790496 w 8072789"/>
              <a:gd name="connsiteY5" fmla="*/ 2051299 h 3579835"/>
              <a:gd name="connsiteX6" fmla="*/ 4633810 w 8072789"/>
              <a:gd name="connsiteY6" fmla="*/ 149928 h 3579835"/>
              <a:gd name="connsiteX7" fmla="*/ 6839982 w 8072789"/>
              <a:gd name="connsiteY7" fmla="*/ 512785 h 3579835"/>
              <a:gd name="connsiteX8" fmla="*/ 7966653 w 8072789"/>
              <a:gd name="connsiteY8" fmla="*/ 63296 h 3579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72789" h="3579835">
                <a:moveTo>
                  <a:pt x="8072789" y="0"/>
                </a:moveTo>
                <a:lnTo>
                  <a:pt x="8072789" y="3579835"/>
                </a:lnTo>
                <a:lnTo>
                  <a:pt x="0" y="3579835"/>
                </a:lnTo>
                <a:lnTo>
                  <a:pt x="1812" y="3562472"/>
                </a:lnTo>
                <a:cubicBezTo>
                  <a:pt x="68652" y="2960445"/>
                  <a:pt x="173692" y="2396619"/>
                  <a:pt x="584325" y="2138385"/>
                </a:cubicBezTo>
                <a:cubicBezTo>
                  <a:pt x="1053620" y="1843261"/>
                  <a:pt x="2115582" y="2382708"/>
                  <a:pt x="2790496" y="2051299"/>
                </a:cubicBezTo>
                <a:cubicBezTo>
                  <a:pt x="3465410" y="1719890"/>
                  <a:pt x="3958896" y="406347"/>
                  <a:pt x="4633810" y="149928"/>
                </a:cubicBezTo>
                <a:cubicBezTo>
                  <a:pt x="5308724" y="-106491"/>
                  <a:pt x="6094915" y="650671"/>
                  <a:pt x="6839982" y="512785"/>
                </a:cubicBezTo>
                <a:cubicBezTo>
                  <a:pt x="7212515" y="443842"/>
                  <a:pt x="7588677" y="277835"/>
                  <a:pt x="7966653" y="63296"/>
                </a:cubicBezTo>
                <a:close/>
              </a:path>
            </a:pathLst>
          </a:custGeom>
          <a:solidFill>
            <a:srgbClr val="F6E9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28BA09CC-8616-FABB-E438-690E278477D8}"/>
              </a:ext>
            </a:extLst>
          </p:cNvPr>
          <p:cNvSpPr/>
          <p:nvPr/>
        </p:nvSpPr>
        <p:spPr>
          <a:xfrm>
            <a:off x="6410497" y="2576191"/>
            <a:ext cx="6499598" cy="4712542"/>
          </a:xfrm>
          <a:custGeom>
            <a:avLst/>
            <a:gdLst>
              <a:gd name="connsiteX0" fmla="*/ 6499598 w 6499598"/>
              <a:gd name="connsiteY0" fmla="*/ 0 h 4712542"/>
              <a:gd name="connsiteX1" fmla="*/ 6499598 w 6499598"/>
              <a:gd name="connsiteY1" fmla="*/ 4712542 h 4712542"/>
              <a:gd name="connsiteX2" fmla="*/ 0 w 6499598"/>
              <a:gd name="connsiteY2" fmla="*/ 4712542 h 4712542"/>
              <a:gd name="connsiteX3" fmla="*/ 59904 w 6499598"/>
              <a:gd name="connsiteY3" fmla="*/ 4638461 h 4712542"/>
              <a:gd name="connsiteX4" fmla="*/ 1333419 w 6499598"/>
              <a:gd name="connsiteY4" fmla="*/ 3503321 h 4712542"/>
              <a:gd name="connsiteX5" fmla="*/ 4091134 w 6499598"/>
              <a:gd name="connsiteY5" fmla="*/ 3198521 h 4712542"/>
              <a:gd name="connsiteX6" fmla="*/ 5513534 w 6499598"/>
              <a:gd name="connsiteY6" fmla="*/ 673035 h 4712542"/>
              <a:gd name="connsiteX7" fmla="*/ 6319077 w 6499598"/>
              <a:gd name="connsiteY7" fmla="*/ 76589 h 4712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99598" h="4712542">
                <a:moveTo>
                  <a:pt x="6499598" y="0"/>
                </a:moveTo>
                <a:lnTo>
                  <a:pt x="6499598" y="4712542"/>
                </a:lnTo>
                <a:lnTo>
                  <a:pt x="0" y="4712542"/>
                </a:lnTo>
                <a:lnTo>
                  <a:pt x="59904" y="4638461"/>
                </a:lnTo>
                <a:cubicBezTo>
                  <a:pt x="381505" y="4242359"/>
                  <a:pt x="831165" y="3716197"/>
                  <a:pt x="1333419" y="3503321"/>
                </a:cubicBezTo>
                <a:cubicBezTo>
                  <a:pt x="2063972" y="3193683"/>
                  <a:pt x="3394448" y="3670235"/>
                  <a:pt x="4091134" y="3198521"/>
                </a:cubicBezTo>
                <a:cubicBezTo>
                  <a:pt x="4787820" y="2726807"/>
                  <a:pt x="5000696" y="1241511"/>
                  <a:pt x="5513534" y="673035"/>
                </a:cubicBezTo>
                <a:cubicBezTo>
                  <a:pt x="5769953" y="388797"/>
                  <a:pt x="6040886" y="207066"/>
                  <a:pt x="6319077" y="76589"/>
                </a:cubicBezTo>
                <a:close/>
              </a:path>
            </a:pathLst>
          </a:custGeom>
          <a:noFill/>
          <a:ln w="25400">
            <a:solidFill>
              <a:srgbClr val="B87A5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963FA65-2E5F-4B71-EC7D-7C8AE8136376}"/>
              </a:ext>
            </a:extLst>
          </p:cNvPr>
          <p:cNvSpPr/>
          <p:nvPr/>
        </p:nvSpPr>
        <p:spPr>
          <a:xfrm>
            <a:off x="11253911" y="5272509"/>
            <a:ext cx="1986009" cy="1204247"/>
          </a:xfrm>
          <a:custGeom>
            <a:avLst/>
            <a:gdLst>
              <a:gd name="connsiteX0" fmla="*/ 0 w 1440160"/>
              <a:gd name="connsiteY0" fmla="*/ 720080 h 1440160"/>
              <a:gd name="connsiteX1" fmla="*/ 720080 w 1440160"/>
              <a:gd name="connsiteY1" fmla="*/ 0 h 1440160"/>
              <a:gd name="connsiteX2" fmla="*/ 1440160 w 1440160"/>
              <a:gd name="connsiteY2" fmla="*/ 720080 h 1440160"/>
              <a:gd name="connsiteX3" fmla="*/ 720080 w 1440160"/>
              <a:gd name="connsiteY3" fmla="*/ 1440160 h 1440160"/>
              <a:gd name="connsiteX4" fmla="*/ 0 w 1440160"/>
              <a:gd name="connsiteY4" fmla="*/ 720080 h 1440160"/>
              <a:gd name="connsiteX0" fmla="*/ 760 w 1440920"/>
              <a:gd name="connsiteY0" fmla="*/ 720080 h 859944"/>
              <a:gd name="connsiteX1" fmla="*/ 720840 w 1440920"/>
              <a:gd name="connsiteY1" fmla="*/ 0 h 859944"/>
              <a:gd name="connsiteX2" fmla="*/ 1440920 w 1440920"/>
              <a:gd name="connsiteY2" fmla="*/ 720080 h 859944"/>
              <a:gd name="connsiteX3" fmla="*/ 835140 w 1440920"/>
              <a:gd name="connsiteY3" fmla="*/ 541000 h 859944"/>
              <a:gd name="connsiteX4" fmla="*/ 760 w 1440920"/>
              <a:gd name="connsiteY4" fmla="*/ 720080 h 859944"/>
              <a:gd name="connsiteX0" fmla="*/ 30324 w 1470484"/>
              <a:gd name="connsiteY0" fmla="*/ 720080 h 859944"/>
              <a:gd name="connsiteX1" fmla="*/ 750404 w 1470484"/>
              <a:gd name="connsiteY1" fmla="*/ 0 h 859944"/>
              <a:gd name="connsiteX2" fmla="*/ 1470484 w 1470484"/>
              <a:gd name="connsiteY2" fmla="*/ 720080 h 859944"/>
              <a:gd name="connsiteX3" fmla="*/ 864704 w 1470484"/>
              <a:gd name="connsiteY3" fmla="*/ 541000 h 859944"/>
              <a:gd name="connsiteX4" fmla="*/ 30324 w 1470484"/>
              <a:gd name="connsiteY4" fmla="*/ 720080 h 859944"/>
              <a:gd name="connsiteX0" fmla="*/ 30324 w 1470484"/>
              <a:gd name="connsiteY0" fmla="*/ 720080 h 856705"/>
              <a:gd name="connsiteX1" fmla="*/ 750404 w 1470484"/>
              <a:gd name="connsiteY1" fmla="*/ 0 h 856705"/>
              <a:gd name="connsiteX2" fmla="*/ 1470484 w 1470484"/>
              <a:gd name="connsiteY2" fmla="*/ 720080 h 856705"/>
              <a:gd name="connsiteX3" fmla="*/ 864704 w 1470484"/>
              <a:gd name="connsiteY3" fmla="*/ 541000 h 856705"/>
              <a:gd name="connsiteX4" fmla="*/ 30324 w 1470484"/>
              <a:gd name="connsiteY4" fmla="*/ 720080 h 856705"/>
              <a:gd name="connsiteX0" fmla="*/ 59 w 1440219"/>
              <a:gd name="connsiteY0" fmla="*/ 720080 h 911987"/>
              <a:gd name="connsiteX1" fmla="*/ 720139 w 1440219"/>
              <a:gd name="connsiteY1" fmla="*/ 0 h 911987"/>
              <a:gd name="connsiteX2" fmla="*/ 1440219 w 1440219"/>
              <a:gd name="connsiteY2" fmla="*/ 720080 h 911987"/>
              <a:gd name="connsiteX3" fmla="*/ 750619 w 1440219"/>
              <a:gd name="connsiteY3" fmla="*/ 784840 h 911987"/>
              <a:gd name="connsiteX4" fmla="*/ 59 w 1440219"/>
              <a:gd name="connsiteY4" fmla="*/ 720080 h 911987"/>
              <a:gd name="connsiteX0" fmla="*/ 66099 w 1506259"/>
              <a:gd name="connsiteY0" fmla="*/ 720080 h 911987"/>
              <a:gd name="connsiteX1" fmla="*/ 786179 w 1506259"/>
              <a:gd name="connsiteY1" fmla="*/ 0 h 911987"/>
              <a:gd name="connsiteX2" fmla="*/ 1506259 w 1506259"/>
              <a:gd name="connsiteY2" fmla="*/ 720080 h 911987"/>
              <a:gd name="connsiteX3" fmla="*/ 816659 w 1506259"/>
              <a:gd name="connsiteY3" fmla="*/ 784840 h 911987"/>
              <a:gd name="connsiteX4" fmla="*/ 66099 w 1506259"/>
              <a:gd name="connsiteY4" fmla="*/ 720080 h 911987"/>
              <a:gd name="connsiteX0" fmla="*/ 30706 w 1470866"/>
              <a:gd name="connsiteY0" fmla="*/ 720080 h 911987"/>
              <a:gd name="connsiteX1" fmla="*/ 750786 w 1470866"/>
              <a:gd name="connsiteY1" fmla="*/ 0 h 911987"/>
              <a:gd name="connsiteX2" fmla="*/ 1470866 w 1470866"/>
              <a:gd name="connsiteY2" fmla="*/ 720080 h 911987"/>
              <a:gd name="connsiteX3" fmla="*/ 781266 w 1470866"/>
              <a:gd name="connsiteY3" fmla="*/ 784840 h 911987"/>
              <a:gd name="connsiteX4" fmla="*/ 30706 w 1470866"/>
              <a:gd name="connsiteY4" fmla="*/ 720080 h 911987"/>
              <a:gd name="connsiteX0" fmla="*/ 30706 w 1470866"/>
              <a:gd name="connsiteY0" fmla="*/ 720080 h 898605"/>
              <a:gd name="connsiteX1" fmla="*/ 750786 w 1470866"/>
              <a:gd name="connsiteY1" fmla="*/ 0 h 898605"/>
              <a:gd name="connsiteX2" fmla="*/ 1470866 w 1470866"/>
              <a:gd name="connsiteY2" fmla="*/ 720080 h 898605"/>
              <a:gd name="connsiteX3" fmla="*/ 781266 w 1470866"/>
              <a:gd name="connsiteY3" fmla="*/ 784840 h 898605"/>
              <a:gd name="connsiteX4" fmla="*/ 30706 w 1470866"/>
              <a:gd name="connsiteY4" fmla="*/ 720080 h 898605"/>
              <a:gd name="connsiteX0" fmla="*/ 30706 w 1481953"/>
              <a:gd name="connsiteY0" fmla="*/ 720080 h 898605"/>
              <a:gd name="connsiteX1" fmla="*/ 750786 w 1481953"/>
              <a:gd name="connsiteY1" fmla="*/ 0 h 898605"/>
              <a:gd name="connsiteX2" fmla="*/ 1470866 w 1481953"/>
              <a:gd name="connsiteY2" fmla="*/ 720080 h 898605"/>
              <a:gd name="connsiteX3" fmla="*/ 781266 w 1481953"/>
              <a:gd name="connsiteY3" fmla="*/ 784840 h 898605"/>
              <a:gd name="connsiteX4" fmla="*/ 30706 w 1481953"/>
              <a:gd name="connsiteY4" fmla="*/ 720080 h 898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953" h="898605">
                <a:moveTo>
                  <a:pt x="30706" y="720080"/>
                </a:moveTo>
                <a:cubicBezTo>
                  <a:pt x="-126774" y="490213"/>
                  <a:pt x="353097" y="0"/>
                  <a:pt x="750786" y="0"/>
                </a:cubicBezTo>
                <a:cubicBezTo>
                  <a:pt x="1148475" y="0"/>
                  <a:pt x="1554686" y="223331"/>
                  <a:pt x="1470866" y="720080"/>
                </a:cubicBezTo>
                <a:cubicBezTo>
                  <a:pt x="1379426" y="1079669"/>
                  <a:pt x="1178955" y="784840"/>
                  <a:pt x="781266" y="784840"/>
                </a:cubicBezTo>
                <a:cubicBezTo>
                  <a:pt x="383577" y="784840"/>
                  <a:pt x="188186" y="949947"/>
                  <a:pt x="30706" y="720080"/>
                </a:cubicBezTo>
                <a:close/>
              </a:path>
            </a:pathLst>
          </a:custGeom>
          <a:solidFill>
            <a:srgbClr val="B87A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3A683AA-D5ED-ADBC-BD3C-1370D64C056B}"/>
              </a:ext>
            </a:extLst>
          </p:cNvPr>
          <p:cNvSpPr txBox="1"/>
          <p:nvPr/>
        </p:nvSpPr>
        <p:spPr>
          <a:xfrm>
            <a:off x="1748855" y="2377595"/>
            <a:ext cx="10317601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6432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5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RSSReader</a:t>
            </a:r>
            <a:r>
              <a:rPr lang="en-US" altLang="zh-CN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 Week 13</a:t>
            </a:r>
            <a:r>
              <a:rPr lang="zh-CN" altLang="en-US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开发汇报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3AC93FC-B0A5-3E0E-8AF1-FEE9293D4241}"/>
              </a:ext>
            </a:extLst>
          </p:cNvPr>
          <p:cNvSpPr txBox="1"/>
          <p:nvPr/>
        </p:nvSpPr>
        <p:spPr>
          <a:xfrm>
            <a:off x="2316657" y="4336405"/>
            <a:ext cx="4328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汇报人：唐小卉 方蕴仪            时间：</a:t>
            </a:r>
            <a:r>
              <a:rPr lang="en-US" altLang="zh-CN" sz="1600" b="1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2026.5.29</a:t>
            </a:r>
            <a:endParaRPr lang="zh-CN" altLang="en-US" sz="1600" b="1" dirty="0">
              <a:solidFill>
                <a:schemeClr val="bg1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23" name="user_95001">
            <a:extLst>
              <a:ext uri="{FF2B5EF4-FFF2-40B4-BE49-F238E27FC236}">
                <a16:creationId xmlns:a16="http://schemas.microsoft.com/office/drawing/2014/main" id="{7921F2B0-05E0-0315-6A06-FD9895FCF3A5}"/>
              </a:ext>
            </a:extLst>
          </p:cNvPr>
          <p:cNvSpPr/>
          <p:nvPr/>
        </p:nvSpPr>
        <p:spPr>
          <a:xfrm>
            <a:off x="2078420" y="4306543"/>
            <a:ext cx="238237" cy="368416"/>
          </a:xfrm>
          <a:custGeom>
            <a:avLst/>
            <a:gdLst>
              <a:gd name="connsiteX0" fmla="*/ 62432 w 393205"/>
              <a:gd name="connsiteY0" fmla="*/ 328341 h 608062"/>
              <a:gd name="connsiteX1" fmla="*/ 330652 w 393205"/>
              <a:gd name="connsiteY1" fmla="*/ 328341 h 608062"/>
              <a:gd name="connsiteX2" fmla="*/ 367787 w 393205"/>
              <a:gd name="connsiteY2" fmla="*/ 358732 h 608062"/>
              <a:gd name="connsiteX3" fmla="*/ 392502 w 393205"/>
              <a:gd name="connsiteY3" fmla="*/ 483823 h 608062"/>
              <a:gd name="connsiteX4" fmla="*/ 374605 w 393205"/>
              <a:gd name="connsiteY4" fmla="*/ 530382 h 608062"/>
              <a:gd name="connsiteX5" fmla="*/ 196603 w 393205"/>
              <a:gd name="connsiteY5" fmla="*/ 608062 h 608062"/>
              <a:gd name="connsiteX6" fmla="*/ 18601 w 393205"/>
              <a:gd name="connsiteY6" fmla="*/ 530382 h 608062"/>
              <a:gd name="connsiteX7" fmla="*/ 704 w 393205"/>
              <a:gd name="connsiteY7" fmla="*/ 483823 h 608062"/>
              <a:gd name="connsiteX8" fmla="*/ 25419 w 393205"/>
              <a:gd name="connsiteY8" fmla="*/ 358732 h 608062"/>
              <a:gd name="connsiteX9" fmla="*/ 62432 w 393205"/>
              <a:gd name="connsiteY9" fmla="*/ 328341 h 608062"/>
              <a:gd name="connsiteX10" fmla="*/ 196639 w 393205"/>
              <a:gd name="connsiteY10" fmla="*/ 0 h 608062"/>
              <a:gd name="connsiteX11" fmla="*/ 339711 w 393205"/>
              <a:gd name="connsiteY11" fmla="*/ 142895 h 608062"/>
              <a:gd name="connsiteX12" fmla="*/ 196639 w 393205"/>
              <a:gd name="connsiteY12" fmla="*/ 285790 h 608062"/>
              <a:gd name="connsiteX13" fmla="*/ 53567 w 393205"/>
              <a:gd name="connsiteY13" fmla="*/ 142895 h 608062"/>
              <a:gd name="connsiteX14" fmla="*/ 196639 w 393205"/>
              <a:gd name="connsiteY14" fmla="*/ 0 h 608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3205" h="608062">
                <a:moveTo>
                  <a:pt x="62432" y="328341"/>
                </a:moveTo>
                <a:lnTo>
                  <a:pt x="330652" y="328341"/>
                </a:lnTo>
                <a:cubicBezTo>
                  <a:pt x="348063" y="328341"/>
                  <a:pt x="364378" y="341713"/>
                  <a:pt x="367787" y="358732"/>
                </a:cubicBezTo>
                <a:lnTo>
                  <a:pt x="392502" y="483823"/>
                </a:lnTo>
                <a:cubicBezTo>
                  <a:pt x="395668" y="499991"/>
                  <a:pt x="387876" y="520414"/>
                  <a:pt x="374605" y="530382"/>
                </a:cubicBezTo>
                <a:cubicBezTo>
                  <a:pt x="370344" y="533543"/>
                  <a:pt x="270263" y="608062"/>
                  <a:pt x="196603" y="608062"/>
                </a:cubicBezTo>
                <a:cubicBezTo>
                  <a:pt x="122943" y="608062"/>
                  <a:pt x="22741" y="533543"/>
                  <a:pt x="18601" y="530382"/>
                </a:cubicBezTo>
                <a:cubicBezTo>
                  <a:pt x="5330" y="520414"/>
                  <a:pt x="-2462" y="499991"/>
                  <a:pt x="704" y="483823"/>
                </a:cubicBezTo>
                <a:lnTo>
                  <a:pt x="25419" y="358732"/>
                </a:lnTo>
                <a:cubicBezTo>
                  <a:pt x="28828" y="341713"/>
                  <a:pt x="45021" y="328341"/>
                  <a:pt x="62432" y="328341"/>
                </a:cubicBezTo>
                <a:close/>
                <a:moveTo>
                  <a:pt x="196639" y="0"/>
                </a:moveTo>
                <a:cubicBezTo>
                  <a:pt x="275655" y="0"/>
                  <a:pt x="339711" y="63976"/>
                  <a:pt x="339711" y="142895"/>
                </a:cubicBezTo>
                <a:cubicBezTo>
                  <a:pt x="339711" y="221814"/>
                  <a:pt x="275655" y="285790"/>
                  <a:pt x="196639" y="285790"/>
                </a:cubicBezTo>
                <a:cubicBezTo>
                  <a:pt x="117623" y="285790"/>
                  <a:pt x="53567" y="221814"/>
                  <a:pt x="53567" y="142895"/>
                </a:cubicBezTo>
                <a:cubicBezTo>
                  <a:pt x="53567" y="63976"/>
                  <a:pt x="117623" y="0"/>
                  <a:pt x="19663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confont-11122-3633784">
            <a:extLst>
              <a:ext uri="{FF2B5EF4-FFF2-40B4-BE49-F238E27FC236}">
                <a16:creationId xmlns:a16="http://schemas.microsoft.com/office/drawing/2014/main" id="{0AADBF4E-134B-4F25-179D-7079A39EF8D8}"/>
              </a:ext>
            </a:extLst>
          </p:cNvPr>
          <p:cNvSpPr/>
          <p:nvPr/>
        </p:nvSpPr>
        <p:spPr>
          <a:xfrm>
            <a:off x="4601238" y="4368626"/>
            <a:ext cx="266755" cy="266706"/>
          </a:xfrm>
          <a:custGeom>
            <a:avLst/>
            <a:gdLst>
              <a:gd name="T0" fmla="*/ 5601 w 11203"/>
              <a:gd name="T1" fmla="*/ 0 h 11202"/>
              <a:gd name="T2" fmla="*/ 0 w 11203"/>
              <a:gd name="T3" fmla="*/ 5601 h 11202"/>
              <a:gd name="T4" fmla="*/ 5603 w 11203"/>
              <a:gd name="T5" fmla="*/ 11202 h 11202"/>
              <a:gd name="T6" fmla="*/ 11203 w 11203"/>
              <a:gd name="T7" fmla="*/ 5601 h 11202"/>
              <a:gd name="T8" fmla="*/ 5601 w 11203"/>
              <a:gd name="T9" fmla="*/ 0 h 11202"/>
              <a:gd name="T10" fmla="*/ 8403 w 11203"/>
              <a:gd name="T11" fmla="*/ 6218 h 11202"/>
              <a:gd name="T12" fmla="*/ 5429 w 11203"/>
              <a:gd name="T13" fmla="*/ 6218 h 11202"/>
              <a:gd name="T14" fmla="*/ 5250 w 11203"/>
              <a:gd name="T15" fmla="*/ 6182 h 11202"/>
              <a:gd name="T16" fmla="*/ 4970 w 11203"/>
              <a:gd name="T17" fmla="*/ 5760 h 11202"/>
              <a:gd name="T18" fmla="*/ 4970 w 11203"/>
              <a:gd name="T19" fmla="*/ 2786 h 11202"/>
              <a:gd name="T20" fmla="*/ 5429 w 11203"/>
              <a:gd name="T21" fmla="*/ 2327 h 11202"/>
              <a:gd name="T22" fmla="*/ 5889 w 11203"/>
              <a:gd name="T23" fmla="*/ 2786 h 11202"/>
              <a:gd name="T24" fmla="*/ 5889 w 11203"/>
              <a:gd name="T25" fmla="*/ 5301 h 11202"/>
              <a:gd name="T26" fmla="*/ 8404 w 11203"/>
              <a:gd name="T27" fmla="*/ 5301 h 11202"/>
              <a:gd name="T28" fmla="*/ 8863 w 11203"/>
              <a:gd name="T29" fmla="*/ 5760 h 11202"/>
              <a:gd name="T30" fmla="*/ 8403 w 11203"/>
              <a:gd name="T31" fmla="*/ 6218 h 11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1203" h="11202">
                <a:moveTo>
                  <a:pt x="5601" y="0"/>
                </a:moveTo>
                <a:cubicBezTo>
                  <a:pt x="2507" y="0"/>
                  <a:pt x="0" y="2507"/>
                  <a:pt x="0" y="5601"/>
                </a:cubicBezTo>
                <a:cubicBezTo>
                  <a:pt x="0" y="8695"/>
                  <a:pt x="2509" y="11202"/>
                  <a:pt x="5603" y="11202"/>
                </a:cubicBezTo>
                <a:cubicBezTo>
                  <a:pt x="8695" y="11202"/>
                  <a:pt x="11203" y="8695"/>
                  <a:pt x="11203" y="5601"/>
                </a:cubicBezTo>
                <a:cubicBezTo>
                  <a:pt x="11203" y="2507"/>
                  <a:pt x="8695" y="0"/>
                  <a:pt x="5601" y="0"/>
                </a:cubicBezTo>
                <a:close/>
                <a:moveTo>
                  <a:pt x="8403" y="6218"/>
                </a:moveTo>
                <a:lnTo>
                  <a:pt x="5429" y="6218"/>
                </a:lnTo>
                <a:cubicBezTo>
                  <a:pt x="5366" y="6218"/>
                  <a:pt x="5305" y="6206"/>
                  <a:pt x="5250" y="6182"/>
                </a:cubicBezTo>
                <a:cubicBezTo>
                  <a:pt x="5085" y="6112"/>
                  <a:pt x="4970" y="5950"/>
                  <a:pt x="4970" y="5760"/>
                </a:cubicBezTo>
                <a:lnTo>
                  <a:pt x="4970" y="2786"/>
                </a:lnTo>
                <a:cubicBezTo>
                  <a:pt x="4970" y="2532"/>
                  <a:pt x="5175" y="2327"/>
                  <a:pt x="5429" y="2327"/>
                </a:cubicBezTo>
                <a:cubicBezTo>
                  <a:pt x="5683" y="2327"/>
                  <a:pt x="5889" y="2532"/>
                  <a:pt x="5889" y="2786"/>
                </a:cubicBezTo>
                <a:lnTo>
                  <a:pt x="5889" y="5301"/>
                </a:lnTo>
                <a:lnTo>
                  <a:pt x="8404" y="5301"/>
                </a:lnTo>
                <a:cubicBezTo>
                  <a:pt x="8657" y="5301"/>
                  <a:pt x="8863" y="5506"/>
                  <a:pt x="8863" y="5760"/>
                </a:cubicBezTo>
                <a:cubicBezTo>
                  <a:pt x="8863" y="6013"/>
                  <a:pt x="8656" y="6218"/>
                  <a:pt x="8403" y="621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46709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09FC8ECF-6DB9-E901-4ADB-513E2558ED5B}"/>
              </a:ext>
            </a:extLst>
          </p:cNvPr>
          <p:cNvSpPr/>
          <p:nvPr/>
        </p:nvSpPr>
        <p:spPr>
          <a:xfrm>
            <a:off x="0" y="0"/>
            <a:ext cx="5059831" cy="1237807"/>
          </a:xfrm>
          <a:custGeom>
            <a:avLst/>
            <a:gdLst>
              <a:gd name="connsiteX0" fmla="*/ 0 w 5059831"/>
              <a:gd name="connsiteY0" fmla="*/ 0 h 1237807"/>
              <a:gd name="connsiteX1" fmla="*/ 5059831 w 5059831"/>
              <a:gd name="connsiteY1" fmla="*/ 0 h 1237807"/>
              <a:gd name="connsiteX2" fmla="*/ 5035480 w 5059831"/>
              <a:gd name="connsiteY2" fmla="*/ 34911 h 1237807"/>
              <a:gd name="connsiteX3" fmla="*/ 3860800 w 5059831"/>
              <a:gd name="connsiteY3" fmla="*/ 1190171 h 1237807"/>
              <a:gd name="connsiteX4" fmla="*/ 1625600 w 5059831"/>
              <a:gd name="connsiteY4" fmla="*/ 754743 h 1237807"/>
              <a:gd name="connsiteX5" fmla="*/ 624114 w 5059831"/>
              <a:gd name="connsiteY5" fmla="*/ 1175657 h 1237807"/>
              <a:gd name="connsiteX6" fmla="*/ 59123 w 5059831"/>
              <a:gd name="connsiteY6" fmla="*/ 727946 h 1237807"/>
              <a:gd name="connsiteX7" fmla="*/ 0 w 5059831"/>
              <a:gd name="connsiteY7" fmla="*/ 630647 h 1237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59831" h="1237807">
                <a:moveTo>
                  <a:pt x="0" y="0"/>
                </a:moveTo>
                <a:lnTo>
                  <a:pt x="5059831" y="0"/>
                </a:lnTo>
                <a:lnTo>
                  <a:pt x="5035480" y="34911"/>
                </a:lnTo>
                <a:cubicBezTo>
                  <a:pt x="4705578" y="500554"/>
                  <a:pt x="4261455" y="1048052"/>
                  <a:pt x="3860800" y="1190171"/>
                </a:cubicBezTo>
                <a:cubicBezTo>
                  <a:pt x="3219752" y="1417562"/>
                  <a:pt x="2165048" y="757162"/>
                  <a:pt x="1625600" y="754743"/>
                </a:cubicBezTo>
                <a:cubicBezTo>
                  <a:pt x="1086152" y="752324"/>
                  <a:pt x="1002332" y="1168884"/>
                  <a:pt x="624114" y="1175657"/>
                </a:cubicBezTo>
                <a:cubicBezTo>
                  <a:pt x="387728" y="1179890"/>
                  <a:pt x="219094" y="980867"/>
                  <a:pt x="59123" y="727946"/>
                </a:cubicBezTo>
                <a:lnTo>
                  <a:pt x="0" y="630647"/>
                </a:lnTo>
                <a:close/>
              </a:path>
            </a:pathLst>
          </a:custGeom>
          <a:solidFill>
            <a:srgbClr val="F6F4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FF6EF886-5CC6-81F6-88B2-07540CD8AB3D}"/>
              </a:ext>
            </a:extLst>
          </p:cNvPr>
          <p:cNvSpPr/>
          <p:nvPr/>
        </p:nvSpPr>
        <p:spPr>
          <a:xfrm>
            <a:off x="-51345" y="-56083"/>
            <a:ext cx="5795714" cy="1493913"/>
          </a:xfrm>
          <a:custGeom>
            <a:avLst/>
            <a:gdLst>
              <a:gd name="connsiteX0" fmla="*/ 0 w 5795714"/>
              <a:gd name="connsiteY0" fmla="*/ 0 h 1493913"/>
              <a:gd name="connsiteX1" fmla="*/ 5795714 w 5795714"/>
              <a:gd name="connsiteY1" fmla="*/ 0 h 1493913"/>
              <a:gd name="connsiteX2" fmla="*/ 5739437 w 5795714"/>
              <a:gd name="connsiteY2" fmla="*/ 53805 h 1493913"/>
              <a:gd name="connsiteX3" fmla="*/ 4775200 w 5795714"/>
              <a:gd name="connsiteY3" fmla="*/ 667657 h 1493913"/>
              <a:gd name="connsiteX4" fmla="*/ 3048000 w 5795714"/>
              <a:gd name="connsiteY4" fmla="*/ 696686 h 1493913"/>
              <a:gd name="connsiteX5" fmla="*/ 856343 w 5795714"/>
              <a:gd name="connsiteY5" fmla="*/ 1480457 h 1493913"/>
              <a:gd name="connsiteX6" fmla="*/ 87114 w 5795714"/>
              <a:gd name="connsiteY6" fmla="*/ 1346051 h 1493913"/>
              <a:gd name="connsiteX7" fmla="*/ 0 w 5795714"/>
              <a:gd name="connsiteY7" fmla="*/ 1291094 h 149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95714" h="1493913">
                <a:moveTo>
                  <a:pt x="0" y="0"/>
                </a:moveTo>
                <a:lnTo>
                  <a:pt x="5795714" y="0"/>
                </a:lnTo>
                <a:lnTo>
                  <a:pt x="5739437" y="53805"/>
                </a:lnTo>
                <a:cubicBezTo>
                  <a:pt x="5451703" y="318634"/>
                  <a:pt x="5147129" y="553357"/>
                  <a:pt x="4775200" y="667657"/>
                </a:cubicBezTo>
                <a:cubicBezTo>
                  <a:pt x="4279295" y="820057"/>
                  <a:pt x="3701143" y="561219"/>
                  <a:pt x="3048000" y="696686"/>
                </a:cubicBezTo>
                <a:cubicBezTo>
                  <a:pt x="2394857" y="832153"/>
                  <a:pt x="1403048" y="1410305"/>
                  <a:pt x="856343" y="1480457"/>
                </a:cubicBezTo>
                <a:cubicBezTo>
                  <a:pt x="514653" y="1524302"/>
                  <a:pt x="280685" y="1456172"/>
                  <a:pt x="87114" y="1346051"/>
                </a:cubicBezTo>
                <a:lnTo>
                  <a:pt x="0" y="1291094"/>
                </a:lnTo>
                <a:close/>
              </a:path>
            </a:pathLst>
          </a:custGeom>
          <a:noFill/>
          <a:ln w="25400">
            <a:solidFill>
              <a:srgbClr val="B87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256F215F-ACB3-FFE5-2D10-3D6DF11B65CF}"/>
              </a:ext>
            </a:extLst>
          </p:cNvPr>
          <p:cNvSpPr/>
          <p:nvPr/>
        </p:nvSpPr>
        <p:spPr>
          <a:xfrm>
            <a:off x="4785961" y="3652816"/>
            <a:ext cx="8072789" cy="3579835"/>
          </a:xfrm>
          <a:custGeom>
            <a:avLst/>
            <a:gdLst>
              <a:gd name="connsiteX0" fmla="*/ 8072789 w 8072789"/>
              <a:gd name="connsiteY0" fmla="*/ 0 h 3579835"/>
              <a:gd name="connsiteX1" fmla="*/ 8072789 w 8072789"/>
              <a:gd name="connsiteY1" fmla="*/ 3579835 h 3579835"/>
              <a:gd name="connsiteX2" fmla="*/ 0 w 8072789"/>
              <a:gd name="connsiteY2" fmla="*/ 3579835 h 3579835"/>
              <a:gd name="connsiteX3" fmla="*/ 1812 w 8072789"/>
              <a:gd name="connsiteY3" fmla="*/ 3562472 h 3579835"/>
              <a:gd name="connsiteX4" fmla="*/ 584325 w 8072789"/>
              <a:gd name="connsiteY4" fmla="*/ 2138385 h 3579835"/>
              <a:gd name="connsiteX5" fmla="*/ 2790496 w 8072789"/>
              <a:gd name="connsiteY5" fmla="*/ 2051299 h 3579835"/>
              <a:gd name="connsiteX6" fmla="*/ 4633810 w 8072789"/>
              <a:gd name="connsiteY6" fmla="*/ 149928 h 3579835"/>
              <a:gd name="connsiteX7" fmla="*/ 6839982 w 8072789"/>
              <a:gd name="connsiteY7" fmla="*/ 512785 h 3579835"/>
              <a:gd name="connsiteX8" fmla="*/ 7966653 w 8072789"/>
              <a:gd name="connsiteY8" fmla="*/ 63296 h 3579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72789" h="3579835">
                <a:moveTo>
                  <a:pt x="8072789" y="0"/>
                </a:moveTo>
                <a:lnTo>
                  <a:pt x="8072789" y="3579835"/>
                </a:lnTo>
                <a:lnTo>
                  <a:pt x="0" y="3579835"/>
                </a:lnTo>
                <a:lnTo>
                  <a:pt x="1812" y="3562472"/>
                </a:lnTo>
                <a:cubicBezTo>
                  <a:pt x="68652" y="2960445"/>
                  <a:pt x="173692" y="2396619"/>
                  <a:pt x="584325" y="2138385"/>
                </a:cubicBezTo>
                <a:cubicBezTo>
                  <a:pt x="1053620" y="1843261"/>
                  <a:pt x="2115582" y="2382708"/>
                  <a:pt x="2790496" y="2051299"/>
                </a:cubicBezTo>
                <a:cubicBezTo>
                  <a:pt x="3465410" y="1719890"/>
                  <a:pt x="3958896" y="406347"/>
                  <a:pt x="4633810" y="149928"/>
                </a:cubicBezTo>
                <a:cubicBezTo>
                  <a:pt x="5308724" y="-106491"/>
                  <a:pt x="6094915" y="650671"/>
                  <a:pt x="6839982" y="512785"/>
                </a:cubicBezTo>
                <a:cubicBezTo>
                  <a:pt x="7212515" y="443842"/>
                  <a:pt x="7588677" y="277835"/>
                  <a:pt x="7966653" y="63296"/>
                </a:cubicBezTo>
                <a:close/>
              </a:path>
            </a:pathLst>
          </a:custGeom>
          <a:solidFill>
            <a:srgbClr val="F6E9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28BA09CC-8616-FABB-E438-690E278477D8}"/>
              </a:ext>
            </a:extLst>
          </p:cNvPr>
          <p:cNvSpPr/>
          <p:nvPr/>
        </p:nvSpPr>
        <p:spPr>
          <a:xfrm>
            <a:off x="6410497" y="2576191"/>
            <a:ext cx="6499598" cy="4712542"/>
          </a:xfrm>
          <a:custGeom>
            <a:avLst/>
            <a:gdLst>
              <a:gd name="connsiteX0" fmla="*/ 6499598 w 6499598"/>
              <a:gd name="connsiteY0" fmla="*/ 0 h 4712542"/>
              <a:gd name="connsiteX1" fmla="*/ 6499598 w 6499598"/>
              <a:gd name="connsiteY1" fmla="*/ 4712542 h 4712542"/>
              <a:gd name="connsiteX2" fmla="*/ 0 w 6499598"/>
              <a:gd name="connsiteY2" fmla="*/ 4712542 h 4712542"/>
              <a:gd name="connsiteX3" fmla="*/ 59904 w 6499598"/>
              <a:gd name="connsiteY3" fmla="*/ 4638461 h 4712542"/>
              <a:gd name="connsiteX4" fmla="*/ 1333419 w 6499598"/>
              <a:gd name="connsiteY4" fmla="*/ 3503321 h 4712542"/>
              <a:gd name="connsiteX5" fmla="*/ 4091134 w 6499598"/>
              <a:gd name="connsiteY5" fmla="*/ 3198521 h 4712542"/>
              <a:gd name="connsiteX6" fmla="*/ 5513534 w 6499598"/>
              <a:gd name="connsiteY6" fmla="*/ 673035 h 4712542"/>
              <a:gd name="connsiteX7" fmla="*/ 6319077 w 6499598"/>
              <a:gd name="connsiteY7" fmla="*/ 76589 h 4712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99598" h="4712542">
                <a:moveTo>
                  <a:pt x="6499598" y="0"/>
                </a:moveTo>
                <a:lnTo>
                  <a:pt x="6499598" y="4712542"/>
                </a:lnTo>
                <a:lnTo>
                  <a:pt x="0" y="4712542"/>
                </a:lnTo>
                <a:lnTo>
                  <a:pt x="59904" y="4638461"/>
                </a:lnTo>
                <a:cubicBezTo>
                  <a:pt x="381505" y="4242359"/>
                  <a:pt x="831165" y="3716197"/>
                  <a:pt x="1333419" y="3503321"/>
                </a:cubicBezTo>
                <a:cubicBezTo>
                  <a:pt x="2063972" y="3193683"/>
                  <a:pt x="3394448" y="3670235"/>
                  <a:pt x="4091134" y="3198521"/>
                </a:cubicBezTo>
                <a:cubicBezTo>
                  <a:pt x="4787820" y="2726807"/>
                  <a:pt x="5000696" y="1241511"/>
                  <a:pt x="5513534" y="673035"/>
                </a:cubicBezTo>
                <a:cubicBezTo>
                  <a:pt x="5769953" y="388797"/>
                  <a:pt x="6040886" y="207066"/>
                  <a:pt x="6319077" y="76589"/>
                </a:cubicBezTo>
                <a:close/>
              </a:path>
            </a:pathLst>
          </a:custGeom>
          <a:noFill/>
          <a:ln w="25400">
            <a:solidFill>
              <a:srgbClr val="B87A5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963FA65-2E5F-4B71-EC7D-7C8AE8136376}"/>
              </a:ext>
            </a:extLst>
          </p:cNvPr>
          <p:cNvSpPr/>
          <p:nvPr/>
        </p:nvSpPr>
        <p:spPr>
          <a:xfrm>
            <a:off x="11253911" y="5272509"/>
            <a:ext cx="1986009" cy="1204247"/>
          </a:xfrm>
          <a:custGeom>
            <a:avLst/>
            <a:gdLst>
              <a:gd name="connsiteX0" fmla="*/ 0 w 1440160"/>
              <a:gd name="connsiteY0" fmla="*/ 720080 h 1440160"/>
              <a:gd name="connsiteX1" fmla="*/ 720080 w 1440160"/>
              <a:gd name="connsiteY1" fmla="*/ 0 h 1440160"/>
              <a:gd name="connsiteX2" fmla="*/ 1440160 w 1440160"/>
              <a:gd name="connsiteY2" fmla="*/ 720080 h 1440160"/>
              <a:gd name="connsiteX3" fmla="*/ 720080 w 1440160"/>
              <a:gd name="connsiteY3" fmla="*/ 1440160 h 1440160"/>
              <a:gd name="connsiteX4" fmla="*/ 0 w 1440160"/>
              <a:gd name="connsiteY4" fmla="*/ 720080 h 1440160"/>
              <a:gd name="connsiteX0" fmla="*/ 760 w 1440920"/>
              <a:gd name="connsiteY0" fmla="*/ 720080 h 859944"/>
              <a:gd name="connsiteX1" fmla="*/ 720840 w 1440920"/>
              <a:gd name="connsiteY1" fmla="*/ 0 h 859944"/>
              <a:gd name="connsiteX2" fmla="*/ 1440920 w 1440920"/>
              <a:gd name="connsiteY2" fmla="*/ 720080 h 859944"/>
              <a:gd name="connsiteX3" fmla="*/ 835140 w 1440920"/>
              <a:gd name="connsiteY3" fmla="*/ 541000 h 859944"/>
              <a:gd name="connsiteX4" fmla="*/ 760 w 1440920"/>
              <a:gd name="connsiteY4" fmla="*/ 720080 h 859944"/>
              <a:gd name="connsiteX0" fmla="*/ 30324 w 1470484"/>
              <a:gd name="connsiteY0" fmla="*/ 720080 h 859944"/>
              <a:gd name="connsiteX1" fmla="*/ 750404 w 1470484"/>
              <a:gd name="connsiteY1" fmla="*/ 0 h 859944"/>
              <a:gd name="connsiteX2" fmla="*/ 1470484 w 1470484"/>
              <a:gd name="connsiteY2" fmla="*/ 720080 h 859944"/>
              <a:gd name="connsiteX3" fmla="*/ 864704 w 1470484"/>
              <a:gd name="connsiteY3" fmla="*/ 541000 h 859944"/>
              <a:gd name="connsiteX4" fmla="*/ 30324 w 1470484"/>
              <a:gd name="connsiteY4" fmla="*/ 720080 h 859944"/>
              <a:gd name="connsiteX0" fmla="*/ 30324 w 1470484"/>
              <a:gd name="connsiteY0" fmla="*/ 720080 h 856705"/>
              <a:gd name="connsiteX1" fmla="*/ 750404 w 1470484"/>
              <a:gd name="connsiteY1" fmla="*/ 0 h 856705"/>
              <a:gd name="connsiteX2" fmla="*/ 1470484 w 1470484"/>
              <a:gd name="connsiteY2" fmla="*/ 720080 h 856705"/>
              <a:gd name="connsiteX3" fmla="*/ 864704 w 1470484"/>
              <a:gd name="connsiteY3" fmla="*/ 541000 h 856705"/>
              <a:gd name="connsiteX4" fmla="*/ 30324 w 1470484"/>
              <a:gd name="connsiteY4" fmla="*/ 720080 h 856705"/>
              <a:gd name="connsiteX0" fmla="*/ 59 w 1440219"/>
              <a:gd name="connsiteY0" fmla="*/ 720080 h 911987"/>
              <a:gd name="connsiteX1" fmla="*/ 720139 w 1440219"/>
              <a:gd name="connsiteY1" fmla="*/ 0 h 911987"/>
              <a:gd name="connsiteX2" fmla="*/ 1440219 w 1440219"/>
              <a:gd name="connsiteY2" fmla="*/ 720080 h 911987"/>
              <a:gd name="connsiteX3" fmla="*/ 750619 w 1440219"/>
              <a:gd name="connsiteY3" fmla="*/ 784840 h 911987"/>
              <a:gd name="connsiteX4" fmla="*/ 59 w 1440219"/>
              <a:gd name="connsiteY4" fmla="*/ 720080 h 911987"/>
              <a:gd name="connsiteX0" fmla="*/ 66099 w 1506259"/>
              <a:gd name="connsiteY0" fmla="*/ 720080 h 911987"/>
              <a:gd name="connsiteX1" fmla="*/ 786179 w 1506259"/>
              <a:gd name="connsiteY1" fmla="*/ 0 h 911987"/>
              <a:gd name="connsiteX2" fmla="*/ 1506259 w 1506259"/>
              <a:gd name="connsiteY2" fmla="*/ 720080 h 911987"/>
              <a:gd name="connsiteX3" fmla="*/ 816659 w 1506259"/>
              <a:gd name="connsiteY3" fmla="*/ 784840 h 911987"/>
              <a:gd name="connsiteX4" fmla="*/ 66099 w 1506259"/>
              <a:gd name="connsiteY4" fmla="*/ 720080 h 911987"/>
              <a:gd name="connsiteX0" fmla="*/ 30706 w 1470866"/>
              <a:gd name="connsiteY0" fmla="*/ 720080 h 911987"/>
              <a:gd name="connsiteX1" fmla="*/ 750786 w 1470866"/>
              <a:gd name="connsiteY1" fmla="*/ 0 h 911987"/>
              <a:gd name="connsiteX2" fmla="*/ 1470866 w 1470866"/>
              <a:gd name="connsiteY2" fmla="*/ 720080 h 911987"/>
              <a:gd name="connsiteX3" fmla="*/ 781266 w 1470866"/>
              <a:gd name="connsiteY3" fmla="*/ 784840 h 911987"/>
              <a:gd name="connsiteX4" fmla="*/ 30706 w 1470866"/>
              <a:gd name="connsiteY4" fmla="*/ 720080 h 911987"/>
              <a:gd name="connsiteX0" fmla="*/ 30706 w 1470866"/>
              <a:gd name="connsiteY0" fmla="*/ 720080 h 898605"/>
              <a:gd name="connsiteX1" fmla="*/ 750786 w 1470866"/>
              <a:gd name="connsiteY1" fmla="*/ 0 h 898605"/>
              <a:gd name="connsiteX2" fmla="*/ 1470866 w 1470866"/>
              <a:gd name="connsiteY2" fmla="*/ 720080 h 898605"/>
              <a:gd name="connsiteX3" fmla="*/ 781266 w 1470866"/>
              <a:gd name="connsiteY3" fmla="*/ 784840 h 898605"/>
              <a:gd name="connsiteX4" fmla="*/ 30706 w 1470866"/>
              <a:gd name="connsiteY4" fmla="*/ 720080 h 898605"/>
              <a:gd name="connsiteX0" fmla="*/ 30706 w 1481953"/>
              <a:gd name="connsiteY0" fmla="*/ 720080 h 898605"/>
              <a:gd name="connsiteX1" fmla="*/ 750786 w 1481953"/>
              <a:gd name="connsiteY1" fmla="*/ 0 h 898605"/>
              <a:gd name="connsiteX2" fmla="*/ 1470866 w 1481953"/>
              <a:gd name="connsiteY2" fmla="*/ 720080 h 898605"/>
              <a:gd name="connsiteX3" fmla="*/ 781266 w 1481953"/>
              <a:gd name="connsiteY3" fmla="*/ 784840 h 898605"/>
              <a:gd name="connsiteX4" fmla="*/ 30706 w 1481953"/>
              <a:gd name="connsiteY4" fmla="*/ 720080 h 898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953" h="898605">
                <a:moveTo>
                  <a:pt x="30706" y="720080"/>
                </a:moveTo>
                <a:cubicBezTo>
                  <a:pt x="-126774" y="490213"/>
                  <a:pt x="353097" y="0"/>
                  <a:pt x="750786" y="0"/>
                </a:cubicBezTo>
                <a:cubicBezTo>
                  <a:pt x="1148475" y="0"/>
                  <a:pt x="1554686" y="223331"/>
                  <a:pt x="1470866" y="720080"/>
                </a:cubicBezTo>
                <a:cubicBezTo>
                  <a:pt x="1379426" y="1079669"/>
                  <a:pt x="1178955" y="784840"/>
                  <a:pt x="781266" y="784840"/>
                </a:cubicBezTo>
                <a:cubicBezTo>
                  <a:pt x="383577" y="784840"/>
                  <a:pt x="188186" y="949947"/>
                  <a:pt x="30706" y="720080"/>
                </a:cubicBezTo>
                <a:close/>
              </a:path>
            </a:pathLst>
          </a:custGeom>
          <a:solidFill>
            <a:srgbClr val="B87A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3A683AA-D5ED-ADBC-BD3C-1370D64C056B}"/>
              </a:ext>
            </a:extLst>
          </p:cNvPr>
          <p:cNvSpPr txBox="1"/>
          <p:nvPr/>
        </p:nvSpPr>
        <p:spPr>
          <a:xfrm>
            <a:off x="1101479" y="1192176"/>
            <a:ext cx="2160240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6432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A1DD68-D43D-43E3-E4B8-44BC9386CF24}"/>
              </a:ext>
            </a:extLst>
          </p:cNvPr>
          <p:cNvSpPr txBox="1"/>
          <p:nvPr/>
        </p:nvSpPr>
        <p:spPr>
          <a:xfrm>
            <a:off x="2756967" y="1493913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 defTabSz="96432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+mn-lt"/>
                <a:ea typeface="庞门正道标题体" panose="02010600030101010101" pitchFamily="2" charset="-122"/>
                <a:cs typeface="+mn-ea"/>
                <a:sym typeface="+mn-lt"/>
              </a:rPr>
              <a:t>CONTENTS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+mn-lt"/>
              <a:ea typeface="庞门正道标题体" panose="02010600030101010101" pitchFamily="2" charset="-122"/>
              <a:cs typeface="+mn-ea"/>
              <a:sym typeface="+mn-lt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75742D0-3A6B-ED48-69CD-92723C169BE1}"/>
              </a:ext>
            </a:extLst>
          </p:cNvPr>
          <p:cNvGrpSpPr/>
          <p:nvPr/>
        </p:nvGrpSpPr>
        <p:grpSpPr>
          <a:xfrm>
            <a:off x="2229441" y="3234509"/>
            <a:ext cx="4542288" cy="1578089"/>
            <a:chOff x="1295448" y="2214751"/>
            <a:chExt cx="4542288" cy="1578089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5AD21897-55E5-C469-7A95-1C9A5FE5803F}"/>
                </a:ext>
              </a:extLst>
            </p:cNvPr>
            <p:cNvSpPr/>
            <p:nvPr/>
          </p:nvSpPr>
          <p:spPr>
            <a:xfrm>
              <a:off x="1388815" y="2694573"/>
              <a:ext cx="4448921" cy="914400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rgbClr val="F6E9DB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9F80D288-0DC4-0439-9260-90D9DB72230D}"/>
                </a:ext>
              </a:extLst>
            </p:cNvPr>
            <p:cNvSpPr/>
            <p:nvPr/>
          </p:nvSpPr>
          <p:spPr>
            <a:xfrm>
              <a:off x="1295448" y="2576191"/>
              <a:ext cx="4448921" cy="914400"/>
            </a:xfrm>
            <a:prstGeom prst="roundRect">
              <a:avLst>
                <a:gd name="adj" fmla="val 50000"/>
              </a:avLst>
            </a:prstGeom>
            <a:solidFill>
              <a:srgbClr val="B87A56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8FCC3278-9CA8-A816-B115-9555053F5492}"/>
                </a:ext>
              </a:extLst>
            </p:cNvPr>
            <p:cNvSpPr txBox="1"/>
            <p:nvPr/>
          </p:nvSpPr>
          <p:spPr>
            <a:xfrm>
              <a:off x="2684970" y="2819249"/>
              <a:ext cx="2324672" cy="477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500" b="1" dirty="0">
                  <a:solidFill>
                    <a:schemeClr val="bg1"/>
                  </a:solidFill>
                  <a:latin typeface="+mj-ea"/>
                  <a:ea typeface="+mj-ea"/>
                </a:rPr>
                <a:t>开发进度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C6E1D00-3295-4783-7451-D7300FF9C2B1}"/>
                </a:ext>
              </a:extLst>
            </p:cNvPr>
            <p:cNvSpPr txBox="1"/>
            <p:nvPr/>
          </p:nvSpPr>
          <p:spPr>
            <a:xfrm>
              <a:off x="1528013" y="2525559"/>
              <a:ext cx="130717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964326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60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02</a:t>
              </a:r>
              <a:endParaRPr lang="zh-CN" altLang="en-US" sz="60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endParaRPr>
            </a:p>
          </p:txBody>
        </p:sp>
        <p:sp>
          <p:nvSpPr>
            <p:cNvPr id="14" name="椭圆 16">
              <a:extLst>
                <a:ext uri="{FF2B5EF4-FFF2-40B4-BE49-F238E27FC236}">
                  <a16:creationId xmlns:a16="http://schemas.microsoft.com/office/drawing/2014/main" id="{1891854B-2C74-3DCE-8C15-67EEED3A55CE}"/>
                </a:ext>
              </a:extLst>
            </p:cNvPr>
            <p:cNvSpPr/>
            <p:nvPr/>
          </p:nvSpPr>
          <p:spPr>
            <a:xfrm>
              <a:off x="4654813" y="2214751"/>
              <a:ext cx="996920" cy="604498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solidFill>
              <a:schemeClr val="bg1">
                <a:alpha val="5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椭圆 16">
              <a:extLst>
                <a:ext uri="{FF2B5EF4-FFF2-40B4-BE49-F238E27FC236}">
                  <a16:creationId xmlns:a16="http://schemas.microsoft.com/office/drawing/2014/main" id="{6A03390B-C36F-8D83-B310-8B83E2D44279}"/>
                </a:ext>
              </a:extLst>
            </p:cNvPr>
            <p:cNvSpPr/>
            <p:nvPr/>
          </p:nvSpPr>
          <p:spPr>
            <a:xfrm>
              <a:off x="1615088" y="3188342"/>
              <a:ext cx="996920" cy="604498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solidFill>
              <a:schemeClr val="bg1">
                <a:alpha val="5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D903B83-4062-EF1C-F5F4-40C36BE0A7DA}"/>
              </a:ext>
            </a:extLst>
          </p:cNvPr>
          <p:cNvGrpSpPr/>
          <p:nvPr/>
        </p:nvGrpSpPr>
        <p:grpSpPr>
          <a:xfrm>
            <a:off x="2229441" y="2026762"/>
            <a:ext cx="4542288" cy="1578089"/>
            <a:chOff x="1295448" y="1843247"/>
            <a:chExt cx="4542288" cy="1578089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9AE1C240-1E97-08FE-5C1C-9398E2006269}"/>
                </a:ext>
              </a:extLst>
            </p:cNvPr>
            <p:cNvSpPr/>
            <p:nvPr/>
          </p:nvSpPr>
          <p:spPr>
            <a:xfrm>
              <a:off x="1388815" y="2323069"/>
              <a:ext cx="4448921" cy="914400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rgbClr val="F6E9DB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D6A29149-F3AE-F7E7-7BFD-1E0828EA4316}"/>
                </a:ext>
              </a:extLst>
            </p:cNvPr>
            <p:cNvSpPr/>
            <p:nvPr/>
          </p:nvSpPr>
          <p:spPr>
            <a:xfrm>
              <a:off x="1295448" y="2204687"/>
              <a:ext cx="4448921" cy="914400"/>
            </a:xfrm>
            <a:prstGeom prst="roundRect">
              <a:avLst>
                <a:gd name="adj" fmla="val 50000"/>
              </a:avLst>
            </a:prstGeom>
            <a:solidFill>
              <a:srgbClr val="B87A56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830E099-975C-3D0A-F8D0-54F632465EE7}"/>
                </a:ext>
              </a:extLst>
            </p:cNvPr>
            <p:cNvSpPr txBox="1"/>
            <p:nvPr/>
          </p:nvSpPr>
          <p:spPr>
            <a:xfrm>
              <a:off x="2683802" y="2445016"/>
              <a:ext cx="2324672" cy="477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500" b="1" dirty="0">
                  <a:solidFill>
                    <a:schemeClr val="bg1"/>
                  </a:solidFill>
                  <a:latin typeface="+mj-ea"/>
                  <a:ea typeface="+mj-ea"/>
                </a:rPr>
                <a:t>规划部分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F1AF5F9-AB11-9E84-3BDB-BA1FC7BDAA73}"/>
                </a:ext>
              </a:extLst>
            </p:cNvPr>
            <p:cNvSpPr txBox="1"/>
            <p:nvPr/>
          </p:nvSpPr>
          <p:spPr>
            <a:xfrm>
              <a:off x="1528013" y="2154055"/>
              <a:ext cx="130717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964326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60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01</a:t>
              </a:r>
              <a:endParaRPr lang="zh-CN" altLang="en-US" sz="60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endParaRPr>
            </a:p>
          </p:txBody>
        </p:sp>
        <p:sp>
          <p:nvSpPr>
            <p:cNvPr id="30" name="椭圆 16">
              <a:extLst>
                <a:ext uri="{FF2B5EF4-FFF2-40B4-BE49-F238E27FC236}">
                  <a16:creationId xmlns:a16="http://schemas.microsoft.com/office/drawing/2014/main" id="{A7C219E5-6425-2E35-020B-2D2FD55FA701}"/>
                </a:ext>
              </a:extLst>
            </p:cNvPr>
            <p:cNvSpPr/>
            <p:nvPr/>
          </p:nvSpPr>
          <p:spPr>
            <a:xfrm>
              <a:off x="4654813" y="1843247"/>
              <a:ext cx="996920" cy="604498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solidFill>
              <a:schemeClr val="bg1">
                <a:alpha val="5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椭圆 16">
              <a:extLst>
                <a:ext uri="{FF2B5EF4-FFF2-40B4-BE49-F238E27FC236}">
                  <a16:creationId xmlns:a16="http://schemas.microsoft.com/office/drawing/2014/main" id="{77A854A6-B37E-EF95-EE55-1804D90814DE}"/>
                </a:ext>
              </a:extLst>
            </p:cNvPr>
            <p:cNvSpPr/>
            <p:nvPr/>
          </p:nvSpPr>
          <p:spPr>
            <a:xfrm>
              <a:off x="1615088" y="2816838"/>
              <a:ext cx="996920" cy="604498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solidFill>
              <a:schemeClr val="bg1">
                <a:alpha val="5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ADEF77E8-1092-F47C-BC49-785F458CB2BD}"/>
              </a:ext>
            </a:extLst>
          </p:cNvPr>
          <p:cNvSpPr txBox="1"/>
          <p:nvPr/>
        </p:nvSpPr>
        <p:spPr>
          <a:xfrm>
            <a:off x="-103526841" y="-54206099"/>
            <a:ext cx="665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流体几何线条莫兰迪风总结汇报商务通用ppt模板</a:t>
            </a:r>
          </a:p>
        </p:txBody>
      </p:sp>
      <p:sp>
        <p:nvSpPr>
          <p:cNvPr id="12" name="椭圆 16">
            <a:extLst>
              <a:ext uri="{FF2B5EF4-FFF2-40B4-BE49-F238E27FC236}">
                <a16:creationId xmlns:a16="http://schemas.microsoft.com/office/drawing/2014/main" id="{8CA9B376-09DF-BB5B-CEED-7F4EB617F509}"/>
              </a:ext>
            </a:extLst>
          </p:cNvPr>
          <p:cNvSpPr/>
          <p:nvPr/>
        </p:nvSpPr>
        <p:spPr>
          <a:xfrm>
            <a:off x="5495439" y="5442583"/>
            <a:ext cx="996920" cy="604498"/>
          </a:xfrm>
          <a:custGeom>
            <a:avLst/>
            <a:gdLst>
              <a:gd name="connsiteX0" fmla="*/ 0 w 1440160"/>
              <a:gd name="connsiteY0" fmla="*/ 720080 h 1440160"/>
              <a:gd name="connsiteX1" fmla="*/ 720080 w 1440160"/>
              <a:gd name="connsiteY1" fmla="*/ 0 h 1440160"/>
              <a:gd name="connsiteX2" fmla="*/ 1440160 w 1440160"/>
              <a:gd name="connsiteY2" fmla="*/ 720080 h 1440160"/>
              <a:gd name="connsiteX3" fmla="*/ 720080 w 1440160"/>
              <a:gd name="connsiteY3" fmla="*/ 1440160 h 1440160"/>
              <a:gd name="connsiteX4" fmla="*/ 0 w 1440160"/>
              <a:gd name="connsiteY4" fmla="*/ 720080 h 1440160"/>
              <a:gd name="connsiteX0" fmla="*/ 760 w 1440920"/>
              <a:gd name="connsiteY0" fmla="*/ 720080 h 859944"/>
              <a:gd name="connsiteX1" fmla="*/ 720840 w 1440920"/>
              <a:gd name="connsiteY1" fmla="*/ 0 h 859944"/>
              <a:gd name="connsiteX2" fmla="*/ 1440920 w 1440920"/>
              <a:gd name="connsiteY2" fmla="*/ 720080 h 859944"/>
              <a:gd name="connsiteX3" fmla="*/ 835140 w 1440920"/>
              <a:gd name="connsiteY3" fmla="*/ 541000 h 859944"/>
              <a:gd name="connsiteX4" fmla="*/ 760 w 1440920"/>
              <a:gd name="connsiteY4" fmla="*/ 720080 h 859944"/>
              <a:gd name="connsiteX0" fmla="*/ 30324 w 1470484"/>
              <a:gd name="connsiteY0" fmla="*/ 720080 h 859944"/>
              <a:gd name="connsiteX1" fmla="*/ 750404 w 1470484"/>
              <a:gd name="connsiteY1" fmla="*/ 0 h 859944"/>
              <a:gd name="connsiteX2" fmla="*/ 1470484 w 1470484"/>
              <a:gd name="connsiteY2" fmla="*/ 720080 h 859944"/>
              <a:gd name="connsiteX3" fmla="*/ 864704 w 1470484"/>
              <a:gd name="connsiteY3" fmla="*/ 541000 h 859944"/>
              <a:gd name="connsiteX4" fmla="*/ 30324 w 1470484"/>
              <a:gd name="connsiteY4" fmla="*/ 720080 h 859944"/>
              <a:gd name="connsiteX0" fmla="*/ 30324 w 1470484"/>
              <a:gd name="connsiteY0" fmla="*/ 720080 h 856705"/>
              <a:gd name="connsiteX1" fmla="*/ 750404 w 1470484"/>
              <a:gd name="connsiteY1" fmla="*/ 0 h 856705"/>
              <a:gd name="connsiteX2" fmla="*/ 1470484 w 1470484"/>
              <a:gd name="connsiteY2" fmla="*/ 720080 h 856705"/>
              <a:gd name="connsiteX3" fmla="*/ 864704 w 1470484"/>
              <a:gd name="connsiteY3" fmla="*/ 541000 h 856705"/>
              <a:gd name="connsiteX4" fmla="*/ 30324 w 1470484"/>
              <a:gd name="connsiteY4" fmla="*/ 720080 h 856705"/>
              <a:gd name="connsiteX0" fmla="*/ 59 w 1440219"/>
              <a:gd name="connsiteY0" fmla="*/ 720080 h 911987"/>
              <a:gd name="connsiteX1" fmla="*/ 720139 w 1440219"/>
              <a:gd name="connsiteY1" fmla="*/ 0 h 911987"/>
              <a:gd name="connsiteX2" fmla="*/ 1440219 w 1440219"/>
              <a:gd name="connsiteY2" fmla="*/ 720080 h 911987"/>
              <a:gd name="connsiteX3" fmla="*/ 750619 w 1440219"/>
              <a:gd name="connsiteY3" fmla="*/ 784840 h 911987"/>
              <a:gd name="connsiteX4" fmla="*/ 59 w 1440219"/>
              <a:gd name="connsiteY4" fmla="*/ 720080 h 911987"/>
              <a:gd name="connsiteX0" fmla="*/ 66099 w 1506259"/>
              <a:gd name="connsiteY0" fmla="*/ 720080 h 911987"/>
              <a:gd name="connsiteX1" fmla="*/ 786179 w 1506259"/>
              <a:gd name="connsiteY1" fmla="*/ 0 h 911987"/>
              <a:gd name="connsiteX2" fmla="*/ 1506259 w 1506259"/>
              <a:gd name="connsiteY2" fmla="*/ 720080 h 911987"/>
              <a:gd name="connsiteX3" fmla="*/ 816659 w 1506259"/>
              <a:gd name="connsiteY3" fmla="*/ 784840 h 911987"/>
              <a:gd name="connsiteX4" fmla="*/ 66099 w 1506259"/>
              <a:gd name="connsiteY4" fmla="*/ 720080 h 911987"/>
              <a:gd name="connsiteX0" fmla="*/ 30706 w 1470866"/>
              <a:gd name="connsiteY0" fmla="*/ 720080 h 911987"/>
              <a:gd name="connsiteX1" fmla="*/ 750786 w 1470866"/>
              <a:gd name="connsiteY1" fmla="*/ 0 h 911987"/>
              <a:gd name="connsiteX2" fmla="*/ 1470866 w 1470866"/>
              <a:gd name="connsiteY2" fmla="*/ 720080 h 911987"/>
              <a:gd name="connsiteX3" fmla="*/ 781266 w 1470866"/>
              <a:gd name="connsiteY3" fmla="*/ 784840 h 911987"/>
              <a:gd name="connsiteX4" fmla="*/ 30706 w 1470866"/>
              <a:gd name="connsiteY4" fmla="*/ 720080 h 911987"/>
              <a:gd name="connsiteX0" fmla="*/ 30706 w 1470866"/>
              <a:gd name="connsiteY0" fmla="*/ 720080 h 898605"/>
              <a:gd name="connsiteX1" fmla="*/ 750786 w 1470866"/>
              <a:gd name="connsiteY1" fmla="*/ 0 h 898605"/>
              <a:gd name="connsiteX2" fmla="*/ 1470866 w 1470866"/>
              <a:gd name="connsiteY2" fmla="*/ 720080 h 898605"/>
              <a:gd name="connsiteX3" fmla="*/ 781266 w 1470866"/>
              <a:gd name="connsiteY3" fmla="*/ 784840 h 898605"/>
              <a:gd name="connsiteX4" fmla="*/ 30706 w 1470866"/>
              <a:gd name="connsiteY4" fmla="*/ 720080 h 898605"/>
              <a:gd name="connsiteX0" fmla="*/ 30706 w 1481953"/>
              <a:gd name="connsiteY0" fmla="*/ 720080 h 898605"/>
              <a:gd name="connsiteX1" fmla="*/ 750786 w 1481953"/>
              <a:gd name="connsiteY1" fmla="*/ 0 h 898605"/>
              <a:gd name="connsiteX2" fmla="*/ 1470866 w 1481953"/>
              <a:gd name="connsiteY2" fmla="*/ 720080 h 898605"/>
              <a:gd name="connsiteX3" fmla="*/ 781266 w 1481953"/>
              <a:gd name="connsiteY3" fmla="*/ 784840 h 898605"/>
              <a:gd name="connsiteX4" fmla="*/ 30706 w 1481953"/>
              <a:gd name="connsiteY4" fmla="*/ 720080 h 898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953" h="898605">
                <a:moveTo>
                  <a:pt x="30706" y="720080"/>
                </a:moveTo>
                <a:cubicBezTo>
                  <a:pt x="-126774" y="490213"/>
                  <a:pt x="353097" y="0"/>
                  <a:pt x="750786" y="0"/>
                </a:cubicBezTo>
                <a:cubicBezTo>
                  <a:pt x="1148475" y="0"/>
                  <a:pt x="1554686" y="223331"/>
                  <a:pt x="1470866" y="720080"/>
                </a:cubicBezTo>
                <a:cubicBezTo>
                  <a:pt x="1379426" y="1079669"/>
                  <a:pt x="1178955" y="784840"/>
                  <a:pt x="781266" y="784840"/>
                </a:cubicBezTo>
                <a:cubicBezTo>
                  <a:pt x="383577" y="784840"/>
                  <a:pt x="188186" y="949947"/>
                  <a:pt x="30706" y="720080"/>
                </a:cubicBezTo>
                <a:close/>
              </a:path>
            </a:pathLst>
          </a:cu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椭圆 16">
            <a:extLst>
              <a:ext uri="{FF2B5EF4-FFF2-40B4-BE49-F238E27FC236}">
                <a16:creationId xmlns:a16="http://schemas.microsoft.com/office/drawing/2014/main" id="{522E5F9B-FD6D-63B1-3CE7-A488E7498071}"/>
              </a:ext>
            </a:extLst>
          </p:cNvPr>
          <p:cNvSpPr/>
          <p:nvPr/>
        </p:nvSpPr>
        <p:spPr>
          <a:xfrm>
            <a:off x="2455714" y="6416174"/>
            <a:ext cx="996920" cy="604498"/>
          </a:xfrm>
          <a:custGeom>
            <a:avLst/>
            <a:gdLst>
              <a:gd name="connsiteX0" fmla="*/ 0 w 1440160"/>
              <a:gd name="connsiteY0" fmla="*/ 720080 h 1440160"/>
              <a:gd name="connsiteX1" fmla="*/ 720080 w 1440160"/>
              <a:gd name="connsiteY1" fmla="*/ 0 h 1440160"/>
              <a:gd name="connsiteX2" fmla="*/ 1440160 w 1440160"/>
              <a:gd name="connsiteY2" fmla="*/ 720080 h 1440160"/>
              <a:gd name="connsiteX3" fmla="*/ 720080 w 1440160"/>
              <a:gd name="connsiteY3" fmla="*/ 1440160 h 1440160"/>
              <a:gd name="connsiteX4" fmla="*/ 0 w 1440160"/>
              <a:gd name="connsiteY4" fmla="*/ 720080 h 1440160"/>
              <a:gd name="connsiteX0" fmla="*/ 760 w 1440920"/>
              <a:gd name="connsiteY0" fmla="*/ 720080 h 859944"/>
              <a:gd name="connsiteX1" fmla="*/ 720840 w 1440920"/>
              <a:gd name="connsiteY1" fmla="*/ 0 h 859944"/>
              <a:gd name="connsiteX2" fmla="*/ 1440920 w 1440920"/>
              <a:gd name="connsiteY2" fmla="*/ 720080 h 859944"/>
              <a:gd name="connsiteX3" fmla="*/ 835140 w 1440920"/>
              <a:gd name="connsiteY3" fmla="*/ 541000 h 859944"/>
              <a:gd name="connsiteX4" fmla="*/ 760 w 1440920"/>
              <a:gd name="connsiteY4" fmla="*/ 720080 h 859944"/>
              <a:gd name="connsiteX0" fmla="*/ 30324 w 1470484"/>
              <a:gd name="connsiteY0" fmla="*/ 720080 h 859944"/>
              <a:gd name="connsiteX1" fmla="*/ 750404 w 1470484"/>
              <a:gd name="connsiteY1" fmla="*/ 0 h 859944"/>
              <a:gd name="connsiteX2" fmla="*/ 1470484 w 1470484"/>
              <a:gd name="connsiteY2" fmla="*/ 720080 h 859944"/>
              <a:gd name="connsiteX3" fmla="*/ 864704 w 1470484"/>
              <a:gd name="connsiteY3" fmla="*/ 541000 h 859944"/>
              <a:gd name="connsiteX4" fmla="*/ 30324 w 1470484"/>
              <a:gd name="connsiteY4" fmla="*/ 720080 h 859944"/>
              <a:gd name="connsiteX0" fmla="*/ 30324 w 1470484"/>
              <a:gd name="connsiteY0" fmla="*/ 720080 h 856705"/>
              <a:gd name="connsiteX1" fmla="*/ 750404 w 1470484"/>
              <a:gd name="connsiteY1" fmla="*/ 0 h 856705"/>
              <a:gd name="connsiteX2" fmla="*/ 1470484 w 1470484"/>
              <a:gd name="connsiteY2" fmla="*/ 720080 h 856705"/>
              <a:gd name="connsiteX3" fmla="*/ 864704 w 1470484"/>
              <a:gd name="connsiteY3" fmla="*/ 541000 h 856705"/>
              <a:gd name="connsiteX4" fmla="*/ 30324 w 1470484"/>
              <a:gd name="connsiteY4" fmla="*/ 720080 h 856705"/>
              <a:gd name="connsiteX0" fmla="*/ 59 w 1440219"/>
              <a:gd name="connsiteY0" fmla="*/ 720080 h 911987"/>
              <a:gd name="connsiteX1" fmla="*/ 720139 w 1440219"/>
              <a:gd name="connsiteY1" fmla="*/ 0 h 911987"/>
              <a:gd name="connsiteX2" fmla="*/ 1440219 w 1440219"/>
              <a:gd name="connsiteY2" fmla="*/ 720080 h 911987"/>
              <a:gd name="connsiteX3" fmla="*/ 750619 w 1440219"/>
              <a:gd name="connsiteY3" fmla="*/ 784840 h 911987"/>
              <a:gd name="connsiteX4" fmla="*/ 59 w 1440219"/>
              <a:gd name="connsiteY4" fmla="*/ 720080 h 911987"/>
              <a:gd name="connsiteX0" fmla="*/ 66099 w 1506259"/>
              <a:gd name="connsiteY0" fmla="*/ 720080 h 911987"/>
              <a:gd name="connsiteX1" fmla="*/ 786179 w 1506259"/>
              <a:gd name="connsiteY1" fmla="*/ 0 h 911987"/>
              <a:gd name="connsiteX2" fmla="*/ 1506259 w 1506259"/>
              <a:gd name="connsiteY2" fmla="*/ 720080 h 911987"/>
              <a:gd name="connsiteX3" fmla="*/ 816659 w 1506259"/>
              <a:gd name="connsiteY3" fmla="*/ 784840 h 911987"/>
              <a:gd name="connsiteX4" fmla="*/ 66099 w 1506259"/>
              <a:gd name="connsiteY4" fmla="*/ 720080 h 911987"/>
              <a:gd name="connsiteX0" fmla="*/ 30706 w 1470866"/>
              <a:gd name="connsiteY0" fmla="*/ 720080 h 911987"/>
              <a:gd name="connsiteX1" fmla="*/ 750786 w 1470866"/>
              <a:gd name="connsiteY1" fmla="*/ 0 h 911987"/>
              <a:gd name="connsiteX2" fmla="*/ 1470866 w 1470866"/>
              <a:gd name="connsiteY2" fmla="*/ 720080 h 911987"/>
              <a:gd name="connsiteX3" fmla="*/ 781266 w 1470866"/>
              <a:gd name="connsiteY3" fmla="*/ 784840 h 911987"/>
              <a:gd name="connsiteX4" fmla="*/ 30706 w 1470866"/>
              <a:gd name="connsiteY4" fmla="*/ 720080 h 911987"/>
              <a:gd name="connsiteX0" fmla="*/ 30706 w 1470866"/>
              <a:gd name="connsiteY0" fmla="*/ 720080 h 898605"/>
              <a:gd name="connsiteX1" fmla="*/ 750786 w 1470866"/>
              <a:gd name="connsiteY1" fmla="*/ 0 h 898605"/>
              <a:gd name="connsiteX2" fmla="*/ 1470866 w 1470866"/>
              <a:gd name="connsiteY2" fmla="*/ 720080 h 898605"/>
              <a:gd name="connsiteX3" fmla="*/ 781266 w 1470866"/>
              <a:gd name="connsiteY3" fmla="*/ 784840 h 898605"/>
              <a:gd name="connsiteX4" fmla="*/ 30706 w 1470866"/>
              <a:gd name="connsiteY4" fmla="*/ 720080 h 898605"/>
              <a:gd name="connsiteX0" fmla="*/ 30706 w 1481953"/>
              <a:gd name="connsiteY0" fmla="*/ 720080 h 898605"/>
              <a:gd name="connsiteX1" fmla="*/ 750786 w 1481953"/>
              <a:gd name="connsiteY1" fmla="*/ 0 h 898605"/>
              <a:gd name="connsiteX2" fmla="*/ 1470866 w 1481953"/>
              <a:gd name="connsiteY2" fmla="*/ 720080 h 898605"/>
              <a:gd name="connsiteX3" fmla="*/ 781266 w 1481953"/>
              <a:gd name="connsiteY3" fmla="*/ 784840 h 898605"/>
              <a:gd name="connsiteX4" fmla="*/ 30706 w 1481953"/>
              <a:gd name="connsiteY4" fmla="*/ 720080 h 898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953" h="898605">
                <a:moveTo>
                  <a:pt x="30706" y="720080"/>
                </a:moveTo>
                <a:cubicBezTo>
                  <a:pt x="-126774" y="490213"/>
                  <a:pt x="353097" y="0"/>
                  <a:pt x="750786" y="0"/>
                </a:cubicBezTo>
                <a:cubicBezTo>
                  <a:pt x="1148475" y="0"/>
                  <a:pt x="1554686" y="223331"/>
                  <a:pt x="1470866" y="720080"/>
                </a:cubicBezTo>
                <a:cubicBezTo>
                  <a:pt x="1379426" y="1079669"/>
                  <a:pt x="1178955" y="784840"/>
                  <a:pt x="781266" y="784840"/>
                </a:cubicBezTo>
                <a:cubicBezTo>
                  <a:pt x="383577" y="784840"/>
                  <a:pt x="188186" y="949947"/>
                  <a:pt x="30706" y="720080"/>
                </a:cubicBezTo>
                <a:close/>
              </a:path>
            </a:pathLst>
          </a:cu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D05ADF9-FD0C-1F7A-E885-61A27902488B}"/>
              </a:ext>
            </a:extLst>
          </p:cNvPr>
          <p:cNvGrpSpPr/>
          <p:nvPr/>
        </p:nvGrpSpPr>
        <p:grpSpPr>
          <a:xfrm>
            <a:off x="2232911" y="4468006"/>
            <a:ext cx="4542288" cy="1578089"/>
            <a:chOff x="1295448" y="2214751"/>
            <a:chExt cx="4542288" cy="1578089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96BCD557-19C9-4E6E-5122-33B5C53FF595}"/>
                </a:ext>
              </a:extLst>
            </p:cNvPr>
            <p:cNvSpPr/>
            <p:nvPr/>
          </p:nvSpPr>
          <p:spPr>
            <a:xfrm>
              <a:off x="1388815" y="2694573"/>
              <a:ext cx="4448921" cy="914400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rgbClr val="F6E9DB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CF11BD56-2125-6B0D-0DEB-1DC61F7CA5F3}"/>
                </a:ext>
              </a:extLst>
            </p:cNvPr>
            <p:cNvSpPr/>
            <p:nvPr/>
          </p:nvSpPr>
          <p:spPr>
            <a:xfrm>
              <a:off x="1295448" y="2576191"/>
              <a:ext cx="4448921" cy="914400"/>
            </a:xfrm>
            <a:prstGeom prst="roundRect">
              <a:avLst>
                <a:gd name="adj" fmla="val 50000"/>
              </a:avLst>
            </a:prstGeom>
            <a:solidFill>
              <a:srgbClr val="B87A56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D43AA731-A680-DF89-8F60-B052A97F9C0D}"/>
                </a:ext>
              </a:extLst>
            </p:cNvPr>
            <p:cNvSpPr txBox="1"/>
            <p:nvPr/>
          </p:nvSpPr>
          <p:spPr>
            <a:xfrm>
              <a:off x="2684970" y="2819249"/>
              <a:ext cx="2324672" cy="477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500" b="1" dirty="0">
                  <a:solidFill>
                    <a:schemeClr val="bg1"/>
                  </a:solidFill>
                  <a:latin typeface="+mj-ea"/>
                  <a:ea typeface="+mj-ea"/>
                </a:rPr>
                <a:t>下周开发计划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2E33215A-5CF3-98C9-733D-5FA3BB0A68C9}"/>
                </a:ext>
              </a:extLst>
            </p:cNvPr>
            <p:cNvSpPr txBox="1"/>
            <p:nvPr/>
          </p:nvSpPr>
          <p:spPr>
            <a:xfrm>
              <a:off x="1528013" y="2525559"/>
              <a:ext cx="130717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964326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60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03</a:t>
              </a:r>
              <a:endParaRPr lang="zh-CN" altLang="en-US" sz="60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endParaRPr>
            </a:p>
          </p:txBody>
        </p:sp>
        <p:sp>
          <p:nvSpPr>
            <p:cNvPr id="34" name="椭圆 16">
              <a:extLst>
                <a:ext uri="{FF2B5EF4-FFF2-40B4-BE49-F238E27FC236}">
                  <a16:creationId xmlns:a16="http://schemas.microsoft.com/office/drawing/2014/main" id="{086539DB-0891-0048-4FF4-685737612885}"/>
                </a:ext>
              </a:extLst>
            </p:cNvPr>
            <p:cNvSpPr/>
            <p:nvPr/>
          </p:nvSpPr>
          <p:spPr>
            <a:xfrm>
              <a:off x="4654813" y="2214751"/>
              <a:ext cx="996920" cy="604498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solidFill>
              <a:schemeClr val="bg1">
                <a:alpha val="5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椭圆 16">
              <a:extLst>
                <a:ext uri="{FF2B5EF4-FFF2-40B4-BE49-F238E27FC236}">
                  <a16:creationId xmlns:a16="http://schemas.microsoft.com/office/drawing/2014/main" id="{82AA495F-FC38-0866-1A50-F2BECC703368}"/>
                </a:ext>
              </a:extLst>
            </p:cNvPr>
            <p:cNvSpPr/>
            <p:nvPr/>
          </p:nvSpPr>
          <p:spPr>
            <a:xfrm>
              <a:off x="1615088" y="3188342"/>
              <a:ext cx="996920" cy="604498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solidFill>
              <a:schemeClr val="bg1">
                <a:alpha val="5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688701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508FB-372F-DD11-EDFC-2F08FFFCE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31">
            <a:extLst>
              <a:ext uri="{FF2B5EF4-FFF2-40B4-BE49-F238E27FC236}">
                <a16:creationId xmlns:a16="http://schemas.microsoft.com/office/drawing/2014/main" id="{E07E80B0-CA9F-E753-08C9-6E05DEACD6B4}"/>
              </a:ext>
            </a:extLst>
          </p:cNvPr>
          <p:cNvSpPr txBox="1"/>
          <p:nvPr/>
        </p:nvSpPr>
        <p:spPr>
          <a:xfrm>
            <a:off x="2035615" y="329223"/>
            <a:ext cx="89828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4000" b="1" dirty="0"/>
              <a:t>INIT.md</a:t>
            </a:r>
            <a:r>
              <a:rPr lang="zh-CN" altLang="en-US" sz="4000" b="1" dirty="0"/>
              <a:t>（</a:t>
            </a:r>
            <a:r>
              <a:rPr lang="en-US" altLang="zh-CN" sz="4000" b="1" dirty="0" err="1"/>
              <a:t>ClaudeCode+deepseek</a:t>
            </a:r>
            <a:r>
              <a:rPr lang="en-US" altLang="zh-CN" sz="4000" b="1" dirty="0"/>
              <a:t> V4 flash</a:t>
            </a:r>
            <a:r>
              <a:rPr lang="zh-CN" altLang="en-US" sz="4000" b="1" dirty="0"/>
              <a:t>）</a:t>
            </a:r>
            <a:endParaRPr lang="zh-CN" altLang="en-US" sz="4000" b="1" dirty="0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6E10D06-BC04-8006-D895-F2CDDBB4C97E}"/>
              </a:ext>
            </a:extLst>
          </p:cNvPr>
          <p:cNvGrpSpPr/>
          <p:nvPr/>
        </p:nvGrpSpPr>
        <p:grpSpPr>
          <a:xfrm>
            <a:off x="11306915" y="-12418"/>
            <a:ext cx="2120925" cy="1163895"/>
            <a:chOff x="12078724" y="-12418"/>
            <a:chExt cx="2120925" cy="1163895"/>
          </a:xfrm>
        </p:grpSpPr>
        <p:sp>
          <p:nvSpPr>
            <p:cNvPr id="30" name="椭圆 16">
              <a:extLst>
                <a:ext uri="{FF2B5EF4-FFF2-40B4-BE49-F238E27FC236}">
                  <a16:creationId xmlns:a16="http://schemas.microsoft.com/office/drawing/2014/main" id="{45405435-3142-1730-2ABE-B9B60511D913}"/>
                </a:ext>
              </a:extLst>
            </p:cNvPr>
            <p:cNvSpPr/>
            <p:nvPr/>
          </p:nvSpPr>
          <p:spPr>
            <a:xfrm rot="10141565">
              <a:off x="12078724" y="129961"/>
              <a:ext cx="1449850" cy="879139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solidFill>
              <a:srgbClr val="B87A56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椭圆 16">
              <a:extLst>
                <a:ext uri="{FF2B5EF4-FFF2-40B4-BE49-F238E27FC236}">
                  <a16:creationId xmlns:a16="http://schemas.microsoft.com/office/drawing/2014/main" id="{23FA6918-9C71-1F0F-7D91-DE78227C15D6}"/>
                </a:ext>
              </a:extLst>
            </p:cNvPr>
            <p:cNvSpPr/>
            <p:nvPr/>
          </p:nvSpPr>
          <p:spPr>
            <a:xfrm rot="10141565">
              <a:off x="12280188" y="-12418"/>
              <a:ext cx="1919461" cy="1163895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noFill/>
            <a:ln>
              <a:solidFill>
                <a:srgbClr val="B87A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35035F01-12C3-47E1-5850-0F6664B70518}"/>
              </a:ext>
            </a:extLst>
          </p:cNvPr>
          <p:cNvSpPr txBox="1"/>
          <p:nvPr/>
        </p:nvSpPr>
        <p:spPr>
          <a:xfrm>
            <a:off x="11541943" y="215439"/>
            <a:ext cx="1236081" cy="8002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6432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01</a:t>
            </a:r>
            <a:endParaRPr lang="zh-CN" altLang="en-US" sz="46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8977EF-C7A1-EC60-1681-2F91312B3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344" y="2451423"/>
            <a:ext cx="3589258" cy="371788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D7288D6-CC3C-00FD-8635-94F97D74B0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2602" y="2620963"/>
            <a:ext cx="3653984" cy="337880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F23A7F7-B5F7-9B50-7424-2F1C93A0BCC9}"/>
              </a:ext>
            </a:extLst>
          </p:cNvPr>
          <p:cNvSpPr txBox="1"/>
          <p:nvPr/>
        </p:nvSpPr>
        <p:spPr>
          <a:xfrm>
            <a:off x="7435560" y="3766384"/>
            <a:ext cx="48965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RSSReader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lang="zh-CN" altLang="zh-CN" sz="2800" b="1" i="1" u="sng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项目目标、目标用户、核心功能、技术栈、跨平台桌面端要求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3AB16AD-7FEB-4F89-11BD-E0D8500A6504}"/>
              </a:ext>
            </a:extLst>
          </p:cNvPr>
          <p:cNvSpPr/>
          <p:nvPr/>
        </p:nvSpPr>
        <p:spPr>
          <a:xfrm>
            <a:off x="2047512" y="1282601"/>
            <a:ext cx="50545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项目要做什么？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75420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94C17-71C1-D009-B7F0-D2137BCEE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31">
            <a:extLst>
              <a:ext uri="{FF2B5EF4-FFF2-40B4-BE49-F238E27FC236}">
                <a16:creationId xmlns:a16="http://schemas.microsoft.com/office/drawing/2014/main" id="{1CB7DCAA-5FD2-678E-7411-839ABE581EEB}"/>
              </a:ext>
            </a:extLst>
          </p:cNvPr>
          <p:cNvSpPr txBox="1"/>
          <p:nvPr/>
        </p:nvSpPr>
        <p:spPr>
          <a:xfrm>
            <a:off x="2236287" y="107844"/>
            <a:ext cx="89108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4000" b="1" dirty="0"/>
              <a:t>AGENTS.md(Codex+GPT5.5)</a:t>
            </a:r>
            <a:endParaRPr lang="zh-CN" altLang="en-US" sz="4000" b="1" dirty="0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3E7A866-8F81-94E5-105E-89F0C14F03A7}"/>
              </a:ext>
            </a:extLst>
          </p:cNvPr>
          <p:cNvGrpSpPr/>
          <p:nvPr/>
        </p:nvGrpSpPr>
        <p:grpSpPr>
          <a:xfrm>
            <a:off x="11306915" y="-12418"/>
            <a:ext cx="2120925" cy="1163895"/>
            <a:chOff x="12078724" y="-12418"/>
            <a:chExt cx="2120925" cy="1163895"/>
          </a:xfrm>
        </p:grpSpPr>
        <p:sp>
          <p:nvSpPr>
            <p:cNvPr id="30" name="椭圆 16">
              <a:extLst>
                <a:ext uri="{FF2B5EF4-FFF2-40B4-BE49-F238E27FC236}">
                  <a16:creationId xmlns:a16="http://schemas.microsoft.com/office/drawing/2014/main" id="{B8DCCB8C-0BB0-4D1E-F6FD-246551F8DA4C}"/>
                </a:ext>
              </a:extLst>
            </p:cNvPr>
            <p:cNvSpPr/>
            <p:nvPr/>
          </p:nvSpPr>
          <p:spPr>
            <a:xfrm rot="10141565">
              <a:off x="12078724" y="129961"/>
              <a:ext cx="1449850" cy="879139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solidFill>
              <a:srgbClr val="B87A56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椭圆 16">
              <a:extLst>
                <a:ext uri="{FF2B5EF4-FFF2-40B4-BE49-F238E27FC236}">
                  <a16:creationId xmlns:a16="http://schemas.microsoft.com/office/drawing/2014/main" id="{8203C57B-95C8-E0EE-0F5A-8A707EB93271}"/>
                </a:ext>
              </a:extLst>
            </p:cNvPr>
            <p:cNvSpPr/>
            <p:nvPr/>
          </p:nvSpPr>
          <p:spPr>
            <a:xfrm rot="10141565">
              <a:off x="12280188" y="-12418"/>
              <a:ext cx="1919461" cy="1163895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noFill/>
            <a:ln>
              <a:solidFill>
                <a:srgbClr val="B87A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00830D3B-D9E9-DBB5-D0A5-AA365ADAA333}"/>
              </a:ext>
            </a:extLst>
          </p:cNvPr>
          <p:cNvSpPr txBox="1"/>
          <p:nvPr/>
        </p:nvSpPr>
        <p:spPr>
          <a:xfrm>
            <a:off x="11541943" y="215439"/>
            <a:ext cx="1236081" cy="8002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6432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01</a:t>
            </a:r>
            <a:endParaRPr lang="zh-CN" altLang="en-US" sz="46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53BE612-1245-1FFC-AD26-8DDE33B6E9B3}"/>
              </a:ext>
            </a:extLst>
          </p:cNvPr>
          <p:cNvSpPr txBox="1"/>
          <p:nvPr/>
        </p:nvSpPr>
        <p:spPr>
          <a:xfrm>
            <a:off x="5853311" y="2527876"/>
            <a:ext cx="655272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项目的整体技术方案（</a:t>
            </a:r>
            <a:r>
              <a:rPr lang="en-US" altLang="zh-CN" sz="28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Electron+Vue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3 + </a:t>
            </a:r>
            <a:r>
              <a:rPr lang="en-US" altLang="zh-CN" sz="28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FastAPI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+ SQLite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Git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分支与 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PR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协作规则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文档更新要求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数据库与 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API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的开发规范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AI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功能的配置约束测试与代码维护要求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Conventional Commits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提交规范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5C40207-348C-4E5E-DE16-65811FD76A9B}"/>
              </a:ext>
            </a:extLst>
          </p:cNvPr>
          <p:cNvSpPr/>
          <p:nvPr/>
        </p:nvSpPr>
        <p:spPr>
          <a:xfrm>
            <a:off x="6950228" y="1210138"/>
            <a:ext cx="29546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规则文件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33941C3-5B28-7360-D39C-FC2C74B22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687" y="1139061"/>
            <a:ext cx="5074560" cy="51513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770252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5BCD6-BC4F-7479-D73E-35700F5E6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31">
            <a:extLst>
              <a:ext uri="{FF2B5EF4-FFF2-40B4-BE49-F238E27FC236}">
                <a16:creationId xmlns:a16="http://schemas.microsoft.com/office/drawing/2014/main" id="{73BC1EB1-7FAC-2911-B4BF-F0861BFBC238}"/>
              </a:ext>
            </a:extLst>
          </p:cNvPr>
          <p:cNvSpPr txBox="1"/>
          <p:nvPr/>
        </p:nvSpPr>
        <p:spPr>
          <a:xfrm>
            <a:off x="4936261" y="159683"/>
            <a:ext cx="60835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4400" b="1" dirty="0"/>
              <a:t>PLAN.md(Codex+GPT5.5)</a:t>
            </a:r>
            <a:endParaRPr lang="zh-CN" altLang="en-US" sz="4400" b="1" dirty="0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8FD3A7F-A0F3-2D94-1E39-937095348577}"/>
              </a:ext>
            </a:extLst>
          </p:cNvPr>
          <p:cNvGrpSpPr/>
          <p:nvPr/>
        </p:nvGrpSpPr>
        <p:grpSpPr>
          <a:xfrm>
            <a:off x="11306915" y="-12418"/>
            <a:ext cx="2120925" cy="1163895"/>
            <a:chOff x="12078724" y="-12418"/>
            <a:chExt cx="2120925" cy="1163895"/>
          </a:xfrm>
        </p:grpSpPr>
        <p:sp>
          <p:nvSpPr>
            <p:cNvPr id="30" name="椭圆 16">
              <a:extLst>
                <a:ext uri="{FF2B5EF4-FFF2-40B4-BE49-F238E27FC236}">
                  <a16:creationId xmlns:a16="http://schemas.microsoft.com/office/drawing/2014/main" id="{EFD99876-ED24-9085-4281-79AFAA166949}"/>
                </a:ext>
              </a:extLst>
            </p:cNvPr>
            <p:cNvSpPr/>
            <p:nvPr/>
          </p:nvSpPr>
          <p:spPr>
            <a:xfrm rot="10141565">
              <a:off x="12078724" y="129961"/>
              <a:ext cx="1449850" cy="879139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solidFill>
              <a:srgbClr val="B87A56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椭圆 16">
              <a:extLst>
                <a:ext uri="{FF2B5EF4-FFF2-40B4-BE49-F238E27FC236}">
                  <a16:creationId xmlns:a16="http://schemas.microsoft.com/office/drawing/2014/main" id="{7541C4BA-27BC-DF9E-4511-50F79BDC49BD}"/>
                </a:ext>
              </a:extLst>
            </p:cNvPr>
            <p:cNvSpPr/>
            <p:nvPr/>
          </p:nvSpPr>
          <p:spPr>
            <a:xfrm rot="10141565">
              <a:off x="12280188" y="-12418"/>
              <a:ext cx="1919461" cy="1163895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noFill/>
            <a:ln>
              <a:solidFill>
                <a:srgbClr val="B87A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F0C8F459-5BA3-7261-4244-937BDE28A718}"/>
              </a:ext>
            </a:extLst>
          </p:cNvPr>
          <p:cNvSpPr txBox="1"/>
          <p:nvPr/>
        </p:nvSpPr>
        <p:spPr>
          <a:xfrm>
            <a:off x="11541943" y="215439"/>
            <a:ext cx="1236081" cy="8002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6432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01</a:t>
            </a:r>
            <a:endParaRPr lang="zh-CN" altLang="en-US" sz="46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FE926B9-9F52-1B35-4CFF-0996CEA99F8C}"/>
              </a:ext>
            </a:extLst>
          </p:cNvPr>
          <p:cNvSpPr txBox="1"/>
          <p:nvPr/>
        </p:nvSpPr>
        <p:spPr>
          <a:xfrm>
            <a:off x="5679309" y="1139061"/>
            <a:ext cx="709871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项目的技术栈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前后端整体架构与目录结构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Repository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分层与 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Mock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数据方案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API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路由与数据模型预留设计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前端页面与核心业务功能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AI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能力与 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RSS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内容处理流程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SQLite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后续接入方案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开发顺序、测试计划与阶段性目标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先完成前后端接口、页面和业务流程搭建，使用 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Mock /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内存数据联调，再在后续阶段替换为真实 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SQLite + </a:t>
            </a:r>
            <a:r>
              <a:rPr lang="en-US" altLang="zh-CN" sz="28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SQLAlchemy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持久化。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F7829E1-E894-FBFA-E5F3-1DF2D4B6D591}"/>
              </a:ext>
            </a:extLst>
          </p:cNvPr>
          <p:cNvSpPr/>
          <p:nvPr/>
        </p:nvSpPr>
        <p:spPr>
          <a:xfrm>
            <a:off x="1239945" y="677396"/>
            <a:ext cx="36471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怎么实现？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D7F4139-6F22-2881-0D87-C1F43E927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27" y="1672109"/>
            <a:ext cx="4623554" cy="547411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269319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3FC0A-1921-B71E-9DAD-FB0DB6DB2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C6A6EB4-C682-4334-E121-24E8ABEE8928}"/>
              </a:ext>
            </a:extLst>
          </p:cNvPr>
          <p:cNvGrpSpPr/>
          <p:nvPr/>
        </p:nvGrpSpPr>
        <p:grpSpPr>
          <a:xfrm>
            <a:off x="11306915" y="-12418"/>
            <a:ext cx="2120925" cy="1163895"/>
            <a:chOff x="12078724" y="-12418"/>
            <a:chExt cx="2120925" cy="1163895"/>
          </a:xfrm>
        </p:grpSpPr>
        <p:sp>
          <p:nvSpPr>
            <p:cNvPr id="3" name="椭圆 16">
              <a:extLst>
                <a:ext uri="{FF2B5EF4-FFF2-40B4-BE49-F238E27FC236}">
                  <a16:creationId xmlns:a16="http://schemas.microsoft.com/office/drawing/2014/main" id="{245CFC89-7078-26A3-BB7F-F41965AE353D}"/>
                </a:ext>
              </a:extLst>
            </p:cNvPr>
            <p:cNvSpPr/>
            <p:nvPr/>
          </p:nvSpPr>
          <p:spPr>
            <a:xfrm rot="10141565">
              <a:off x="12078724" y="129961"/>
              <a:ext cx="1449850" cy="879139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solidFill>
              <a:srgbClr val="B87A56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椭圆 16">
              <a:extLst>
                <a:ext uri="{FF2B5EF4-FFF2-40B4-BE49-F238E27FC236}">
                  <a16:creationId xmlns:a16="http://schemas.microsoft.com/office/drawing/2014/main" id="{E4B444D3-C610-7DFC-5F07-D4AE2C4E73D7}"/>
                </a:ext>
              </a:extLst>
            </p:cNvPr>
            <p:cNvSpPr/>
            <p:nvPr/>
          </p:nvSpPr>
          <p:spPr>
            <a:xfrm rot="10141565">
              <a:off x="12280188" y="-12418"/>
              <a:ext cx="1919461" cy="1163895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noFill/>
            <a:ln>
              <a:solidFill>
                <a:srgbClr val="B87A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7EEB698F-13B1-D3DF-D6E7-D060F324CC59}"/>
              </a:ext>
            </a:extLst>
          </p:cNvPr>
          <p:cNvSpPr txBox="1"/>
          <p:nvPr/>
        </p:nvSpPr>
        <p:spPr>
          <a:xfrm>
            <a:off x="11541943" y="215439"/>
            <a:ext cx="1236081" cy="8002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6432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02</a:t>
            </a:r>
            <a:endParaRPr lang="zh-CN" altLang="en-US" sz="46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2728ED7-DF12-6399-1E0A-0E8FDF653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679055"/>
              </p:ext>
            </p:extLst>
          </p:nvPr>
        </p:nvGraphicFramePr>
        <p:xfrm>
          <a:off x="668522" y="98654"/>
          <a:ext cx="10518808" cy="7035342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5259404">
                  <a:extLst>
                    <a:ext uri="{9D8B030D-6E8A-4147-A177-3AD203B41FA5}">
                      <a16:colId xmlns:a16="http://schemas.microsoft.com/office/drawing/2014/main" val="2947649029"/>
                    </a:ext>
                  </a:extLst>
                </a:gridCol>
                <a:gridCol w="5259404">
                  <a:extLst>
                    <a:ext uri="{9D8B030D-6E8A-4147-A177-3AD203B41FA5}">
                      <a16:colId xmlns:a16="http://schemas.microsoft.com/office/drawing/2014/main" val="22953436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接口</a:t>
                      </a:r>
                      <a:endParaRPr lang="zh-CN" altLang="en-US" dirty="0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说明</a:t>
                      </a:r>
                      <a:endParaRPr lang="zh-CN" altLang="en-US" dirty="0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518814"/>
                  </a:ext>
                </a:extLst>
              </a:tr>
              <a:tr h="310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GET /api/feeds</a:t>
                      </a:r>
                      <a:endParaRPr 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从 </a:t>
                      </a:r>
                      <a:r>
                        <a:rPr lang="en-US" altLang="zh-CN" dirty="0">
                          <a:effectLst/>
                        </a:rPr>
                        <a:t>SQLite </a:t>
                      </a:r>
                      <a:r>
                        <a:rPr lang="zh-CN" altLang="en-US" dirty="0">
                          <a:effectLst/>
                        </a:rPr>
                        <a:t>读取订阅源列表</a:t>
                      </a:r>
                      <a:endParaRPr lang="zh-CN" altLang="en-US" dirty="0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209817"/>
                  </a:ext>
                </a:extLst>
              </a:tr>
              <a:tr h="310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GET /api/feeds/{id}</a:t>
                      </a:r>
                      <a:endParaRPr 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从 </a:t>
                      </a:r>
                      <a:r>
                        <a:rPr lang="en-US" altLang="zh-CN">
                          <a:effectLst/>
                        </a:rPr>
                        <a:t>SQLite </a:t>
                      </a:r>
                      <a:r>
                        <a:rPr lang="zh-CN" altLang="en-US">
                          <a:effectLst/>
                        </a:rPr>
                        <a:t>读取单个订阅源</a:t>
                      </a:r>
                      <a:endParaRPr lang="zh-CN" alt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7541467"/>
                  </a:ext>
                </a:extLst>
              </a:tr>
              <a:tr h="543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POST /api/feeds</a:t>
                      </a:r>
                      <a:endParaRPr 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解析 </a:t>
                      </a:r>
                      <a:r>
                        <a:rPr lang="en-US">
                          <a:effectLst/>
                        </a:rPr>
                        <a:t>RSS/Atom URL，</a:t>
                      </a:r>
                      <a:r>
                        <a:rPr lang="zh-CN" altLang="en-US">
                          <a:effectLst/>
                        </a:rPr>
                        <a:t>写入</a:t>
                      </a:r>
                      <a:r>
                        <a:rPr lang="en-US">
                          <a:effectLst/>
                        </a:rPr>
                        <a:t>feeds</a:t>
                      </a:r>
                      <a:r>
                        <a:rPr lang="zh-CN" altLang="en-US">
                          <a:effectLst/>
                        </a:rPr>
                        <a:t>和</a:t>
                      </a:r>
                      <a:r>
                        <a:rPr lang="en-US">
                          <a:effectLst/>
                        </a:rPr>
                        <a:t>entries</a:t>
                      </a:r>
                      <a:r>
                        <a:rPr lang="zh-CN" altLang="en-US">
                          <a:effectLst/>
                        </a:rPr>
                        <a:t>表</a:t>
                      </a:r>
                      <a:endParaRPr lang="zh-CN" alt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028998"/>
                  </a:ext>
                </a:extLst>
              </a:tr>
              <a:tr h="310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PUT /api/feeds/{id}</a:t>
                      </a:r>
                      <a:endParaRPr 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更新 </a:t>
                      </a:r>
                      <a:r>
                        <a:rPr lang="en-US" altLang="zh-CN">
                          <a:effectLst/>
                        </a:rPr>
                        <a:t>SQLite </a:t>
                      </a:r>
                      <a:r>
                        <a:rPr lang="zh-CN" altLang="en-US">
                          <a:effectLst/>
                        </a:rPr>
                        <a:t>中的订阅源</a:t>
                      </a:r>
                      <a:endParaRPr lang="zh-CN" alt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777796"/>
                  </a:ext>
                </a:extLst>
              </a:tr>
              <a:tr h="310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DELETE /api/feeds/{id}</a:t>
                      </a:r>
                      <a:endParaRPr 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删除 </a:t>
                      </a:r>
                      <a:r>
                        <a:rPr lang="en-US" altLang="zh-CN">
                          <a:effectLst/>
                        </a:rPr>
                        <a:t>SQLite </a:t>
                      </a:r>
                      <a:r>
                        <a:rPr lang="zh-CN" altLang="en-US">
                          <a:effectLst/>
                        </a:rPr>
                        <a:t>中的订阅源</a:t>
                      </a:r>
                      <a:endParaRPr lang="zh-CN" alt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3959251"/>
                  </a:ext>
                </a:extLst>
              </a:tr>
              <a:tr h="310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POST /api/feeds/{id}/sync</a:t>
                      </a:r>
                      <a:endParaRPr 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重新同步指定 </a:t>
                      </a:r>
                      <a:r>
                        <a:rPr lang="en-US">
                          <a:effectLst/>
                        </a:rPr>
                        <a:t>Feed，</a:t>
                      </a:r>
                      <a:r>
                        <a:rPr lang="zh-CN" altLang="en-US">
                          <a:effectLst/>
                        </a:rPr>
                        <a:t>并写入新文章</a:t>
                      </a:r>
                      <a:endParaRPr lang="zh-CN" alt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509969"/>
                  </a:ext>
                </a:extLst>
              </a:tr>
              <a:tr h="310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POST /api/feeds/sync-all</a:t>
                      </a:r>
                      <a:endParaRPr 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同步所有 </a:t>
                      </a:r>
                      <a:r>
                        <a:rPr lang="en-US">
                          <a:effectLst/>
                        </a:rPr>
                        <a:t>Feed，</a:t>
                      </a:r>
                      <a:r>
                        <a:rPr lang="zh-CN" altLang="en-US">
                          <a:effectLst/>
                        </a:rPr>
                        <a:t>并写入 </a:t>
                      </a:r>
                      <a:r>
                        <a:rPr lang="en-US">
                          <a:effectLst/>
                        </a:rPr>
                        <a:t>SQLite</a:t>
                      </a:r>
                      <a:endParaRPr 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9525038"/>
                  </a:ext>
                </a:extLst>
              </a:tr>
              <a:tr h="310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GET /api/feeds/{feed_id}/entries</a:t>
                      </a:r>
                      <a:endParaRPr 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读取指定订阅源下的文章</a:t>
                      </a:r>
                      <a:endParaRPr lang="zh-CN" alt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0984949"/>
                  </a:ext>
                </a:extLst>
              </a:tr>
              <a:tr h="310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GET /api/articles</a:t>
                      </a:r>
                      <a:endParaRPr 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从 </a:t>
                      </a:r>
                      <a:r>
                        <a:rPr lang="en-US" altLang="zh-CN">
                          <a:effectLst/>
                        </a:rPr>
                        <a:t>SQLite </a:t>
                      </a:r>
                      <a:r>
                        <a:rPr lang="zh-CN" altLang="en-US">
                          <a:effectLst/>
                        </a:rPr>
                        <a:t>读取文章，支持过滤</a:t>
                      </a:r>
                      <a:endParaRPr lang="zh-CN" alt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85022"/>
                  </a:ext>
                </a:extLst>
              </a:tr>
              <a:tr h="310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GET /api/articles/{id}</a:t>
                      </a:r>
                      <a:endParaRPr 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读取单篇文章</a:t>
                      </a:r>
                      <a:endParaRPr lang="zh-CN" alt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8718349"/>
                  </a:ext>
                </a:extLst>
              </a:tr>
              <a:tr h="310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PATCH /api/articles/{id}/read</a:t>
                      </a:r>
                      <a:endParaRPr 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更新文章已读状态</a:t>
                      </a:r>
                      <a:endParaRPr lang="zh-CN" alt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838619"/>
                  </a:ext>
                </a:extLst>
              </a:tr>
              <a:tr h="310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PATCH /api/articles/{id}/star</a:t>
                      </a:r>
                      <a:endParaRPr 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更新文章收藏状态</a:t>
                      </a:r>
                      <a:endParaRPr lang="zh-CN" alt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124385"/>
                  </a:ext>
                </a:extLst>
              </a:tr>
              <a:tr h="310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GET /api/articles/{id}/note</a:t>
                      </a:r>
                      <a:endParaRPr 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从 </a:t>
                      </a:r>
                      <a:r>
                        <a:rPr lang="en-US" altLang="zh-CN">
                          <a:effectLst/>
                        </a:rPr>
                        <a:t>SQLite </a:t>
                      </a:r>
                      <a:r>
                        <a:rPr lang="zh-CN" altLang="en-US">
                          <a:effectLst/>
                        </a:rPr>
                        <a:t>读取文章笔记</a:t>
                      </a:r>
                      <a:endParaRPr lang="zh-CN" alt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117163"/>
                  </a:ext>
                </a:extLst>
              </a:tr>
              <a:tr h="310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PUT /api/articles/{id}/note</a:t>
                      </a:r>
                      <a:endParaRPr 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保存文章笔记到 </a:t>
                      </a:r>
                      <a:r>
                        <a:rPr lang="en-US" altLang="zh-CN">
                          <a:effectLst/>
                        </a:rPr>
                        <a:t>SQLite</a:t>
                      </a:r>
                      <a:endParaRPr lang="en-US" altLang="zh-CN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997932"/>
                  </a:ext>
                </a:extLst>
              </a:tr>
              <a:tr h="317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GET /api/export/articles/{id}/markdown</a:t>
                      </a:r>
                      <a:endParaRPr 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导出单篇文章 </a:t>
                      </a:r>
                      <a:r>
                        <a:rPr lang="en-US">
                          <a:effectLst/>
                        </a:rPr>
                        <a:t>Markdown</a:t>
                      </a:r>
                      <a:endParaRPr 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63775"/>
                  </a:ext>
                </a:extLst>
              </a:tr>
              <a:tr h="310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POST /api/export/articles/markdown</a:t>
                      </a:r>
                      <a:endParaRPr lang="fr-FR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批量生成 </a:t>
                      </a:r>
                      <a:r>
                        <a:rPr lang="en-US" dirty="0">
                          <a:effectLst/>
                        </a:rPr>
                        <a:t>Markdown </a:t>
                      </a:r>
                      <a:r>
                        <a:rPr lang="zh-CN" altLang="en-US" dirty="0">
                          <a:effectLst/>
                        </a:rPr>
                        <a:t>导出内容</a:t>
                      </a:r>
                      <a:endParaRPr lang="zh-CN" altLang="en-US" dirty="0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3303311"/>
                  </a:ext>
                </a:extLst>
              </a:tr>
              <a:tr h="543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GET /api/stats/llm</a:t>
                      </a:r>
                      <a:endParaRPr lang="en-US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统计文章数量和 </a:t>
                      </a:r>
                      <a:r>
                        <a:rPr lang="en-US" altLang="zh-CN" dirty="0">
                          <a:effectLst/>
                        </a:rPr>
                        <a:t>AI </a:t>
                      </a:r>
                      <a:r>
                        <a:rPr lang="zh-CN" altLang="en-US" dirty="0">
                          <a:effectLst/>
                        </a:rPr>
                        <a:t>调用数量，</a:t>
                      </a:r>
                      <a:r>
                        <a:rPr lang="en-US" altLang="zh-CN" dirty="0">
                          <a:effectLst/>
                        </a:rPr>
                        <a:t>token </a:t>
                      </a:r>
                      <a:r>
                        <a:rPr lang="zh-CN" altLang="en-US" dirty="0">
                          <a:effectLst/>
                        </a:rPr>
                        <a:t>数据仍为占位值</a:t>
                      </a:r>
                      <a:endParaRPr lang="zh-CN" altLang="en-US" dirty="0">
                        <a:effectLst/>
                        <a:latin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961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7183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CBC02-07A6-0C90-4891-21F6397EB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4EFF432-2801-1901-5BA0-3E303FB6FE0D}"/>
              </a:ext>
            </a:extLst>
          </p:cNvPr>
          <p:cNvGrpSpPr/>
          <p:nvPr/>
        </p:nvGrpSpPr>
        <p:grpSpPr>
          <a:xfrm>
            <a:off x="11306915" y="-12418"/>
            <a:ext cx="2120925" cy="1163895"/>
            <a:chOff x="12078724" y="-12418"/>
            <a:chExt cx="2120925" cy="1163895"/>
          </a:xfrm>
        </p:grpSpPr>
        <p:sp>
          <p:nvSpPr>
            <p:cNvPr id="3" name="椭圆 16">
              <a:extLst>
                <a:ext uri="{FF2B5EF4-FFF2-40B4-BE49-F238E27FC236}">
                  <a16:creationId xmlns:a16="http://schemas.microsoft.com/office/drawing/2014/main" id="{D0F8E667-FF83-8377-9F54-7B261FA38DE0}"/>
                </a:ext>
              </a:extLst>
            </p:cNvPr>
            <p:cNvSpPr/>
            <p:nvPr/>
          </p:nvSpPr>
          <p:spPr>
            <a:xfrm rot="10141565">
              <a:off x="12078724" y="129961"/>
              <a:ext cx="1449850" cy="879139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solidFill>
              <a:srgbClr val="B87A56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椭圆 16">
              <a:extLst>
                <a:ext uri="{FF2B5EF4-FFF2-40B4-BE49-F238E27FC236}">
                  <a16:creationId xmlns:a16="http://schemas.microsoft.com/office/drawing/2014/main" id="{867BE55B-438D-0CB8-F132-0855A2FA84CF}"/>
                </a:ext>
              </a:extLst>
            </p:cNvPr>
            <p:cNvSpPr/>
            <p:nvPr/>
          </p:nvSpPr>
          <p:spPr>
            <a:xfrm rot="10141565">
              <a:off x="12280188" y="-12418"/>
              <a:ext cx="1919461" cy="1163895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noFill/>
            <a:ln>
              <a:solidFill>
                <a:srgbClr val="B87A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5C2B500A-7B47-6BFD-EA46-5FC22B394AF0}"/>
              </a:ext>
            </a:extLst>
          </p:cNvPr>
          <p:cNvSpPr txBox="1"/>
          <p:nvPr/>
        </p:nvSpPr>
        <p:spPr>
          <a:xfrm>
            <a:off x="11541943" y="215439"/>
            <a:ext cx="1236081" cy="8002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6432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02</a:t>
            </a:r>
            <a:endParaRPr lang="zh-CN" altLang="en-US" sz="46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4674977-53F6-8B40-30DE-90C14D17C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607177"/>
              </p:ext>
            </p:extLst>
          </p:nvPr>
        </p:nvGraphicFramePr>
        <p:xfrm>
          <a:off x="1892871" y="1139061"/>
          <a:ext cx="7272808" cy="524478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636404">
                  <a:extLst>
                    <a:ext uri="{9D8B030D-6E8A-4147-A177-3AD203B41FA5}">
                      <a16:colId xmlns:a16="http://schemas.microsoft.com/office/drawing/2014/main" val="1458815508"/>
                    </a:ext>
                  </a:extLst>
                </a:gridCol>
                <a:gridCol w="3636404">
                  <a:extLst>
                    <a:ext uri="{9D8B030D-6E8A-4147-A177-3AD203B41FA5}">
                      <a16:colId xmlns:a16="http://schemas.microsoft.com/office/drawing/2014/main" val="882407168"/>
                    </a:ext>
                  </a:extLst>
                </a:gridCol>
              </a:tblGrid>
              <a:tr h="355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>
                          <a:effectLst/>
                        </a:rPr>
                        <a:t>接口</a:t>
                      </a:r>
                      <a:endParaRPr lang="zh-CN" altLang="en-US" sz="150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>
                          <a:effectLst/>
                        </a:rPr>
                        <a:t>说明</a:t>
                      </a:r>
                      <a:endParaRPr lang="zh-CN" altLang="en-US" sz="150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extLst>
                  <a:ext uri="{0D108BD9-81ED-4DB2-BD59-A6C34878D82A}">
                    <a16:rowId xmlns:a16="http://schemas.microsoft.com/office/drawing/2014/main" val="791614151"/>
                  </a:ext>
                </a:extLst>
              </a:tr>
              <a:tr h="622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</a:rPr>
                        <a:t>POST /</a:t>
                      </a:r>
                      <a:r>
                        <a:rPr lang="en-US" sz="1500" dirty="0" err="1">
                          <a:effectLst/>
                        </a:rPr>
                        <a:t>api</a:t>
                      </a:r>
                      <a:r>
                        <a:rPr lang="en-US" sz="1500" dirty="0">
                          <a:effectLst/>
                        </a:rPr>
                        <a:t>/</a:t>
                      </a:r>
                      <a:r>
                        <a:rPr lang="en-US" sz="1500" dirty="0" err="1">
                          <a:effectLst/>
                        </a:rPr>
                        <a:t>opml</a:t>
                      </a:r>
                      <a:r>
                        <a:rPr lang="en-US" sz="1500" dirty="0">
                          <a:effectLst/>
                        </a:rPr>
                        <a:t>/import</a:t>
                      </a:r>
                      <a:endParaRPr lang="en-US" sz="1500" dirty="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>
                          <a:effectLst/>
                        </a:rPr>
                        <a:t>仅接收文件并返回成功响应，未真实导入订阅源</a:t>
                      </a:r>
                      <a:endParaRPr lang="zh-CN" altLang="en-US" sz="150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extLst>
                  <a:ext uri="{0D108BD9-81ED-4DB2-BD59-A6C34878D82A}">
                    <a16:rowId xmlns:a16="http://schemas.microsoft.com/office/drawing/2014/main" val="1519499586"/>
                  </a:ext>
                </a:extLst>
              </a:tr>
              <a:tr h="622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GET /api/opml/export</a:t>
                      </a:r>
                      <a:endParaRPr lang="en-US" sz="150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>
                          <a:effectLst/>
                        </a:rPr>
                        <a:t>返回固定示例 </a:t>
                      </a:r>
                      <a:r>
                        <a:rPr lang="en-US" altLang="zh-CN" sz="1500">
                          <a:effectLst/>
                        </a:rPr>
                        <a:t>OPML</a:t>
                      </a:r>
                      <a:r>
                        <a:rPr lang="zh-CN" altLang="en-US" sz="1500">
                          <a:effectLst/>
                        </a:rPr>
                        <a:t>，不基于真实订阅源生成</a:t>
                      </a:r>
                      <a:endParaRPr lang="zh-CN" altLang="en-US" sz="150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extLst>
                  <a:ext uri="{0D108BD9-81ED-4DB2-BD59-A6C34878D82A}">
                    <a16:rowId xmlns:a16="http://schemas.microsoft.com/office/drawing/2014/main" val="685938986"/>
                  </a:ext>
                </a:extLst>
              </a:tr>
              <a:tr h="355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GET /api/tags</a:t>
                      </a:r>
                      <a:endParaRPr lang="en-US" sz="150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>
                          <a:effectLst/>
                        </a:rPr>
                        <a:t>标签存储于内存列表，未持久化</a:t>
                      </a:r>
                      <a:endParaRPr lang="zh-CN" altLang="en-US" sz="150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extLst>
                  <a:ext uri="{0D108BD9-81ED-4DB2-BD59-A6C34878D82A}">
                    <a16:rowId xmlns:a16="http://schemas.microsoft.com/office/drawing/2014/main" val="3171924370"/>
                  </a:ext>
                </a:extLst>
              </a:tr>
              <a:tr h="355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POST /api/tags</a:t>
                      </a:r>
                      <a:endParaRPr lang="en-US" sz="150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>
                          <a:effectLst/>
                        </a:rPr>
                        <a:t>创建内存标签，重启后丢失</a:t>
                      </a:r>
                      <a:endParaRPr lang="zh-CN" altLang="en-US" sz="150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extLst>
                  <a:ext uri="{0D108BD9-81ED-4DB2-BD59-A6C34878D82A}">
                    <a16:rowId xmlns:a16="http://schemas.microsoft.com/office/drawing/2014/main" val="1212560850"/>
                  </a:ext>
                </a:extLst>
              </a:tr>
              <a:tr h="355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PUT /api/tags/{id}</a:t>
                      </a:r>
                      <a:endParaRPr lang="en-US" sz="150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>
                          <a:effectLst/>
                        </a:rPr>
                        <a:t>更新内存标签</a:t>
                      </a:r>
                      <a:endParaRPr lang="zh-CN" altLang="en-US" sz="150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extLst>
                  <a:ext uri="{0D108BD9-81ED-4DB2-BD59-A6C34878D82A}">
                    <a16:rowId xmlns:a16="http://schemas.microsoft.com/office/drawing/2014/main" val="3677357590"/>
                  </a:ext>
                </a:extLst>
              </a:tr>
              <a:tr h="355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DELETE /api/tags/{id}</a:t>
                      </a:r>
                      <a:endParaRPr lang="en-US" sz="150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>
                          <a:effectLst/>
                        </a:rPr>
                        <a:t>删除内存标签</a:t>
                      </a:r>
                      <a:endParaRPr lang="zh-CN" altLang="en-US" sz="150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extLst>
                  <a:ext uri="{0D108BD9-81ED-4DB2-BD59-A6C34878D82A}">
                    <a16:rowId xmlns:a16="http://schemas.microsoft.com/office/drawing/2014/main" val="3652118081"/>
                  </a:ext>
                </a:extLst>
              </a:tr>
              <a:tr h="355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POST /api/articles/{id}/tags</a:t>
                      </a:r>
                      <a:endParaRPr lang="fr-FR" sz="150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>
                          <a:effectLst/>
                        </a:rPr>
                        <a:t>未真实保存文章与标签关系</a:t>
                      </a:r>
                      <a:endParaRPr lang="zh-CN" altLang="en-US" sz="150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extLst>
                  <a:ext uri="{0D108BD9-81ED-4DB2-BD59-A6C34878D82A}">
                    <a16:rowId xmlns:a16="http://schemas.microsoft.com/office/drawing/2014/main" val="1231742367"/>
                  </a:ext>
                </a:extLst>
              </a:tr>
              <a:tr h="622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POST /api/ai/summary/{article_id}</a:t>
                      </a:r>
                      <a:endParaRPr lang="en-US" sz="150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>
                          <a:effectLst/>
                        </a:rPr>
                        <a:t>返回固定格式摘要，但会写入</a:t>
                      </a:r>
                      <a:r>
                        <a:rPr lang="en-US" sz="1500">
                          <a:effectLst/>
                        </a:rPr>
                        <a:t>ai_results</a:t>
                      </a:r>
                      <a:endParaRPr lang="en-US" sz="150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extLst>
                  <a:ext uri="{0D108BD9-81ED-4DB2-BD59-A6C34878D82A}">
                    <a16:rowId xmlns:a16="http://schemas.microsoft.com/office/drawing/2014/main" val="4203044041"/>
                  </a:ext>
                </a:extLst>
              </a:tr>
              <a:tr h="622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POST /api/ai/translate/{article_id}</a:t>
                      </a:r>
                      <a:endParaRPr lang="fr-FR" sz="150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>
                          <a:effectLst/>
                        </a:rPr>
                        <a:t>返回固定翻译结果，但会写入</a:t>
                      </a:r>
                      <a:r>
                        <a:rPr lang="en-US" sz="1500">
                          <a:effectLst/>
                        </a:rPr>
                        <a:t>ai_results</a:t>
                      </a:r>
                      <a:endParaRPr lang="en-US" sz="150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extLst>
                  <a:ext uri="{0D108BD9-81ED-4DB2-BD59-A6C34878D82A}">
                    <a16:rowId xmlns:a16="http://schemas.microsoft.com/office/drawing/2014/main" val="245216491"/>
                  </a:ext>
                </a:extLst>
              </a:tr>
              <a:tr h="622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POST /api/ai/tag-suggest/{article_id}</a:t>
                      </a:r>
                      <a:endParaRPr lang="fr-FR" sz="150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500" dirty="0">
                          <a:effectLst/>
                        </a:rPr>
                        <a:t>返回固定标签建议，但会写入</a:t>
                      </a:r>
                      <a:r>
                        <a:rPr lang="en-US" altLang="zh-CN" sz="1500" dirty="0" err="1">
                          <a:effectLst/>
                        </a:rPr>
                        <a:t>ai_results</a:t>
                      </a:r>
                      <a:endParaRPr lang="zh-CN" altLang="en-US" sz="1500" dirty="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787" marR="77787" marT="38894" marB="38894" anchor="ctr"/>
                </a:tc>
                <a:extLst>
                  <a:ext uri="{0D108BD9-81ED-4DB2-BD59-A6C34878D82A}">
                    <a16:rowId xmlns:a16="http://schemas.microsoft.com/office/drawing/2014/main" val="4006927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36491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C724F90-9509-795F-2F92-DC1D7AD9E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752" y="665023"/>
            <a:ext cx="9481245" cy="5902603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C0CCE576-93F6-183F-844F-B2F9F654DBAF}"/>
              </a:ext>
            </a:extLst>
          </p:cNvPr>
          <p:cNvGrpSpPr/>
          <p:nvPr/>
        </p:nvGrpSpPr>
        <p:grpSpPr>
          <a:xfrm>
            <a:off x="11306915" y="-12418"/>
            <a:ext cx="2120925" cy="1163895"/>
            <a:chOff x="12078724" y="-12418"/>
            <a:chExt cx="2120925" cy="1163895"/>
          </a:xfrm>
        </p:grpSpPr>
        <p:sp>
          <p:nvSpPr>
            <p:cNvPr id="5" name="椭圆 16">
              <a:extLst>
                <a:ext uri="{FF2B5EF4-FFF2-40B4-BE49-F238E27FC236}">
                  <a16:creationId xmlns:a16="http://schemas.microsoft.com/office/drawing/2014/main" id="{10EB8D3D-C618-FC66-629A-E21D89AE8814}"/>
                </a:ext>
              </a:extLst>
            </p:cNvPr>
            <p:cNvSpPr/>
            <p:nvPr/>
          </p:nvSpPr>
          <p:spPr>
            <a:xfrm rot="10141565">
              <a:off x="12078724" y="129961"/>
              <a:ext cx="1449850" cy="879139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solidFill>
              <a:srgbClr val="B87A56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椭圆 16">
              <a:extLst>
                <a:ext uri="{FF2B5EF4-FFF2-40B4-BE49-F238E27FC236}">
                  <a16:creationId xmlns:a16="http://schemas.microsoft.com/office/drawing/2014/main" id="{62D92988-CC68-D8AA-457D-11BFF6B5F7FB}"/>
                </a:ext>
              </a:extLst>
            </p:cNvPr>
            <p:cNvSpPr/>
            <p:nvPr/>
          </p:nvSpPr>
          <p:spPr>
            <a:xfrm rot="10141565">
              <a:off x="12280188" y="-12418"/>
              <a:ext cx="1919461" cy="1163895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noFill/>
            <a:ln>
              <a:solidFill>
                <a:srgbClr val="B87A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A90CBD77-8169-AC02-4054-B9D67DCC160A}"/>
              </a:ext>
            </a:extLst>
          </p:cNvPr>
          <p:cNvSpPr txBox="1"/>
          <p:nvPr/>
        </p:nvSpPr>
        <p:spPr>
          <a:xfrm>
            <a:off x="11541943" y="215439"/>
            <a:ext cx="1236081" cy="8002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6432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02</a:t>
            </a:r>
            <a:endParaRPr lang="zh-CN" altLang="en-US" sz="46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96306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BB79F3A-CEF4-D0B8-B02B-B654C0D0D8DF}"/>
              </a:ext>
            </a:extLst>
          </p:cNvPr>
          <p:cNvGrpSpPr/>
          <p:nvPr/>
        </p:nvGrpSpPr>
        <p:grpSpPr>
          <a:xfrm>
            <a:off x="11306915" y="-12418"/>
            <a:ext cx="2120925" cy="1163895"/>
            <a:chOff x="12078724" y="-12418"/>
            <a:chExt cx="2120925" cy="1163895"/>
          </a:xfrm>
        </p:grpSpPr>
        <p:sp>
          <p:nvSpPr>
            <p:cNvPr id="3" name="椭圆 16">
              <a:extLst>
                <a:ext uri="{FF2B5EF4-FFF2-40B4-BE49-F238E27FC236}">
                  <a16:creationId xmlns:a16="http://schemas.microsoft.com/office/drawing/2014/main" id="{07A96826-4C33-DC23-82AE-24FC59522571}"/>
                </a:ext>
              </a:extLst>
            </p:cNvPr>
            <p:cNvSpPr/>
            <p:nvPr/>
          </p:nvSpPr>
          <p:spPr>
            <a:xfrm rot="10141565">
              <a:off x="12078724" y="129961"/>
              <a:ext cx="1449850" cy="879139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solidFill>
              <a:srgbClr val="B87A56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椭圆 16">
              <a:extLst>
                <a:ext uri="{FF2B5EF4-FFF2-40B4-BE49-F238E27FC236}">
                  <a16:creationId xmlns:a16="http://schemas.microsoft.com/office/drawing/2014/main" id="{F3045352-1BE7-3544-ADE8-96E9611305D7}"/>
                </a:ext>
              </a:extLst>
            </p:cNvPr>
            <p:cNvSpPr/>
            <p:nvPr/>
          </p:nvSpPr>
          <p:spPr>
            <a:xfrm rot="10141565">
              <a:off x="12280188" y="-12418"/>
              <a:ext cx="1919461" cy="1163895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noFill/>
            <a:ln>
              <a:solidFill>
                <a:srgbClr val="B87A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D9F5C477-9FD9-99B9-D17A-E8D21CBBF91A}"/>
              </a:ext>
            </a:extLst>
          </p:cNvPr>
          <p:cNvSpPr txBox="1"/>
          <p:nvPr/>
        </p:nvSpPr>
        <p:spPr>
          <a:xfrm>
            <a:off x="11541943" y="215439"/>
            <a:ext cx="1236081" cy="8002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6432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02</a:t>
            </a:r>
            <a:endParaRPr lang="zh-CN" altLang="en-US" sz="46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5CFB1DB-E8EB-B546-2324-8367C808E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08" y="647709"/>
            <a:ext cx="10009112" cy="635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2279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7D376-CEE7-C5BC-6A4C-9037E8AAC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33F48C5-0BCA-5A75-D55D-2517E8B56D8C}"/>
              </a:ext>
            </a:extLst>
          </p:cNvPr>
          <p:cNvGrpSpPr/>
          <p:nvPr/>
        </p:nvGrpSpPr>
        <p:grpSpPr>
          <a:xfrm>
            <a:off x="11306915" y="-12418"/>
            <a:ext cx="2120925" cy="1163895"/>
            <a:chOff x="12078724" y="-12418"/>
            <a:chExt cx="2120925" cy="1163895"/>
          </a:xfrm>
        </p:grpSpPr>
        <p:sp>
          <p:nvSpPr>
            <p:cNvPr id="3" name="椭圆 16">
              <a:extLst>
                <a:ext uri="{FF2B5EF4-FFF2-40B4-BE49-F238E27FC236}">
                  <a16:creationId xmlns:a16="http://schemas.microsoft.com/office/drawing/2014/main" id="{2A4568B3-A5B5-9DBF-650D-207996D6BD39}"/>
                </a:ext>
              </a:extLst>
            </p:cNvPr>
            <p:cNvSpPr/>
            <p:nvPr/>
          </p:nvSpPr>
          <p:spPr>
            <a:xfrm rot="10141565">
              <a:off x="12078724" y="129961"/>
              <a:ext cx="1449850" cy="879139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solidFill>
              <a:srgbClr val="B87A56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椭圆 16">
              <a:extLst>
                <a:ext uri="{FF2B5EF4-FFF2-40B4-BE49-F238E27FC236}">
                  <a16:creationId xmlns:a16="http://schemas.microsoft.com/office/drawing/2014/main" id="{6C2F5C15-4ADA-B62E-CFEC-2D63862C9FF3}"/>
                </a:ext>
              </a:extLst>
            </p:cNvPr>
            <p:cNvSpPr/>
            <p:nvPr/>
          </p:nvSpPr>
          <p:spPr>
            <a:xfrm rot="10141565">
              <a:off x="12280188" y="-12418"/>
              <a:ext cx="1919461" cy="1163895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noFill/>
            <a:ln>
              <a:solidFill>
                <a:srgbClr val="B87A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B3C7E0F-0BE2-CE42-17F0-AD349787385E}"/>
              </a:ext>
            </a:extLst>
          </p:cNvPr>
          <p:cNvSpPr txBox="1"/>
          <p:nvPr/>
        </p:nvSpPr>
        <p:spPr>
          <a:xfrm>
            <a:off x="11541943" y="215439"/>
            <a:ext cx="1236081" cy="8002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6432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02</a:t>
            </a:r>
            <a:endParaRPr lang="zh-CN" altLang="en-US" sz="46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0F629B4-58ED-7F08-EAB3-91A76B503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636" y="1015658"/>
            <a:ext cx="10297144" cy="608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4188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4F587-DCA2-8282-8740-2758245FA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6B631C1-3F12-F293-B49E-AC6ACEC08FF7}"/>
              </a:ext>
            </a:extLst>
          </p:cNvPr>
          <p:cNvGrpSpPr/>
          <p:nvPr/>
        </p:nvGrpSpPr>
        <p:grpSpPr>
          <a:xfrm>
            <a:off x="11306915" y="-12418"/>
            <a:ext cx="2120925" cy="1163895"/>
            <a:chOff x="12078724" y="-12418"/>
            <a:chExt cx="2120925" cy="1163895"/>
          </a:xfrm>
        </p:grpSpPr>
        <p:sp>
          <p:nvSpPr>
            <p:cNvPr id="3" name="椭圆 16">
              <a:extLst>
                <a:ext uri="{FF2B5EF4-FFF2-40B4-BE49-F238E27FC236}">
                  <a16:creationId xmlns:a16="http://schemas.microsoft.com/office/drawing/2014/main" id="{891FAC50-E48B-1936-D4F9-E452B107EBC3}"/>
                </a:ext>
              </a:extLst>
            </p:cNvPr>
            <p:cNvSpPr/>
            <p:nvPr/>
          </p:nvSpPr>
          <p:spPr>
            <a:xfrm rot="10141565">
              <a:off x="12078724" y="129961"/>
              <a:ext cx="1449850" cy="879139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solidFill>
              <a:srgbClr val="B87A56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椭圆 16">
              <a:extLst>
                <a:ext uri="{FF2B5EF4-FFF2-40B4-BE49-F238E27FC236}">
                  <a16:creationId xmlns:a16="http://schemas.microsoft.com/office/drawing/2014/main" id="{33C8B978-51CB-5948-F602-704EA89D057B}"/>
                </a:ext>
              </a:extLst>
            </p:cNvPr>
            <p:cNvSpPr/>
            <p:nvPr/>
          </p:nvSpPr>
          <p:spPr>
            <a:xfrm rot="10141565">
              <a:off x="12280188" y="-12418"/>
              <a:ext cx="1919461" cy="1163895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noFill/>
            <a:ln>
              <a:solidFill>
                <a:srgbClr val="B87A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54A76F27-5884-BBD9-131A-E011DEF55A6F}"/>
              </a:ext>
            </a:extLst>
          </p:cNvPr>
          <p:cNvSpPr txBox="1"/>
          <p:nvPr/>
        </p:nvSpPr>
        <p:spPr>
          <a:xfrm>
            <a:off x="11541943" y="215439"/>
            <a:ext cx="1236081" cy="8002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6432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02</a:t>
            </a:r>
            <a:endParaRPr lang="zh-CN" altLang="en-US" sz="46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0562F47-EC3B-1652-DBEE-EB00F6789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95" y="1139061"/>
            <a:ext cx="8784976" cy="5179160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06B7D6B-8FA1-3E06-ADE5-38F98F9534A4}"/>
              </a:ext>
            </a:extLst>
          </p:cNvPr>
          <p:cNvSpPr/>
          <p:nvPr/>
        </p:nvSpPr>
        <p:spPr>
          <a:xfrm>
            <a:off x="4341143" y="1672109"/>
            <a:ext cx="1800200" cy="36004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4914C63-3FDC-2995-6D0F-48E48868BE20}"/>
              </a:ext>
            </a:extLst>
          </p:cNvPr>
          <p:cNvSpPr/>
          <p:nvPr/>
        </p:nvSpPr>
        <p:spPr>
          <a:xfrm>
            <a:off x="7941543" y="5344517"/>
            <a:ext cx="1008112" cy="36004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2160D9A-6E01-DEF5-6ADA-F82CDCA5EF6C}"/>
              </a:ext>
            </a:extLst>
          </p:cNvPr>
          <p:cNvSpPr txBox="1"/>
          <p:nvPr/>
        </p:nvSpPr>
        <p:spPr>
          <a:xfrm>
            <a:off x="9228554" y="2574479"/>
            <a:ext cx="35283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zh-CN" altLang="en-US" sz="2400" dirty="0"/>
              <a:t>笔记的持久化与导出到本地</a:t>
            </a:r>
            <a:endParaRPr lang="en-US" altLang="zh-CN" sz="2400" dirty="0"/>
          </a:p>
          <a:p>
            <a:pPr marL="285750" indent="-285750">
              <a:buFontTx/>
              <a:buChar char="-"/>
            </a:pPr>
            <a:r>
              <a:rPr lang="zh-CN" altLang="en-US" sz="2400" dirty="0"/>
              <a:t>按未读</a:t>
            </a:r>
            <a:r>
              <a:rPr lang="en-US" altLang="zh-CN" sz="2400" dirty="0"/>
              <a:t>/</a:t>
            </a:r>
            <a:r>
              <a:rPr lang="zh-CN" altLang="en-US" sz="2400" dirty="0"/>
              <a:t>收藏进行文章筛选</a:t>
            </a:r>
            <a:endParaRPr lang="en-US" altLang="zh-CN" sz="2400" dirty="0"/>
          </a:p>
          <a:p>
            <a:pPr marL="285750" indent="-285750">
              <a:buFontTx/>
              <a:buChar char="-"/>
            </a:pPr>
            <a:r>
              <a:rPr lang="zh-CN" altLang="en-US" sz="2400" dirty="0"/>
              <a:t>字号调整</a:t>
            </a:r>
            <a:r>
              <a:rPr lang="en-US" altLang="zh-CN" sz="2400" dirty="0"/>
              <a:t>&amp;</a:t>
            </a:r>
            <a:r>
              <a:rPr lang="zh-CN" altLang="en-US" sz="2400" dirty="0"/>
              <a:t>白天</a:t>
            </a:r>
            <a:r>
              <a:rPr lang="en-US" altLang="zh-CN" sz="2400" dirty="0"/>
              <a:t>/</a:t>
            </a:r>
            <a:r>
              <a:rPr lang="zh-CN" altLang="en-US" sz="2400" dirty="0"/>
              <a:t>黑夜模式切换</a:t>
            </a:r>
          </a:p>
        </p:txBody>
      </p:sp>
    </p:spTree>
    <p:extLst>
      <p:ext uri="{BB962C8B-B14F-4D97-AF65-F5344CB8AC3E}">
        <p14:creationId xmlns:p14="http://schemas.microsoft.com/office/powerpoint/2010/main" val="34188940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31">
            <a:extLst>
              <a:ext uri="{FF2B5EF4-FFF2-40B4-BE49-F238E27FC236}">
                <a16:creationId xmlns:a16="http://schemas.microsoft.com/office/drawing/2014/main" id="{5830E099-975C-3D0A-F8D0-54F632465EE7}"/>
              </a:ext>
            </a:extLst>
          </p:cNvPr>
          <p:cNvSpPr txBox="1"/>
          <p:nvPr/>
        </p:nvSpPr>
        <p:spPr>
          <a:xfrm>
            <a:off x="7581502" y="345845"/>
            <a:ext cx="35656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3600" b="1" dirty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下周开发计划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D62E398-FF34-A51C-0D8E-8379B66D2193}"/>
              </a:ext>
            </a:extLst>
          </p:cNvPr>
          <p:cNvGrpSpPr/>
          <p:nvPr/>
        </p:nvGrpSpPr>
        <p:grpSpPr>
          <a:xfrm>
            <a:off x="11306915" y="-12418"/>
            <a:ext cx="2120925" cy="1163895"/>
            <a:chOff x="12078724" y="-12418"/>
            <a:chExt cx="2120925" cy="1163895"/>
          </a:xfrm>
        </p:grpSpPr>
        <p:sp>
          <p:nvSpPr>
            <p:cNvPr id="30" name="椭圆 16">
              <a:extLst>
                <a:ext uri="{FF2B5EF4-FFF2-40B4-BE49-F238E27FC236}">
                  <a16:creationId xmlns:a16="http://schemas.microsoft.com/office/drawing/2014/main" id="{A7C219E5-6425-2E35-020B-2D2FD55FA701}"/>
                </a:ext>
              </a:extLst>
            </p:cNvPr>
            <p:cNvSpPr/>
            <p:nvPr/>
          </p:nvSpPr>
          <p:spPr>
            <a:xfrm rot="10141565">
              <a:off x="12078724" y="129961"/>
              <a:ext cx="1449850" cy="879139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solidFill>
              <a:srgbClr val="B87A56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椭圆 16">
              <a:extLst>
                <a:ext uri="{FF2B5EF4-FFF2-40B4-BE49-F238E27FC236}">
                  <a16:creationId xmlns:a16="http://schemas.microsoft.com/office/drawing/2014/main" id="{63A1C557-721B-15D9-6C22-6B0F6EEC89E3}"/>
                </a:ext>
              </a:extLst>
            </p:cNvPr>
            <p:cNvSpPr/>
            <p:nvPr/>
          </p:nvSpPr>
          <p:spPr>
            <a:xfrm rot="10141565">
              <a:off x="12280188" y="-12418"/>
              <a:ext cx="1919461" cy="1163895"/>
            </a:xfrm>
            <a:custGeom>
              <a:avLst/>
              <a:gdLst>
                <a:gd name="connsiteX0" fmla="*/ 0 w 1440160"/>
                <a:gd name="connsiteY0" fmla="*/ 720080 h 1440160"/>
                <a:gd name="connsiteX1" fmla="*/ 720080 w 1440160"/>
                <a:gd name="connsiteY1" fmla="*/ 0 h 1440160"/>
                <a:gd name="connsiteX2" fmla="*/ 1440160 w 1440160"/>
                <a:gd name="connsiteY2" fmla="*/ 720080 h 1440160"/>
                <a:gd name="connsiteX3" fmla="*/ 720080 w 1440160"/>
                <a:gd name="connsiteY3" fmla="*/ 1440160 h 1440160"/>
                <a:gd name="connsiteX4" fmla="*/ 0 w 1440160"/>
                <a:gd name="connsiteY4" fmla="*/ 720080 h 1440160"/>
                <a:gd name="connsiteX0" fmla="*/ 760 w 1440920"/>
                <a:gd name="connsiteY0" fmla="*/ 720080 h 859944"/>
                <a:gd name="connsiteX1" fmla="*/ 720840 w 1440920"/>
                <a:gd name="connsiteY1" fmla="*/ 0 h 859944"/>
                <a:gd name="connsiteX2" fmla="*/ 1440920 w 1440920"/>
                <a:gd name="connsiteY2" fmla="*/ 720080 h 859944"/>
                <a:gd name="connsiteX3" fmla="*/ 835140 w 1440920"/>
                <a:gd name="connsiteY3" fmla="*/ 541000 h 859944"/>
                <a:gd name="connsiteX4" fmla="*/ 760 w 1440920"/>
                <a:gd name="connsiteY4" fmla="*/ 720080 h 859944"/>
                <a:gd name="connsiteX0" fmla="*/ 30324 w 1470484"/>
                <a:gd name="connsiteY0" fmla="*/ 720080 h 859944"/>
                <a:gd name="connsiteX1" fmla="*/ 750404 w 1470484"/>
                <a:gd name="connsiteY1" fmla="*/ 0 h 859944"/>
                <a:gd name="connsiteX2" fmla="*/ 1470484 w 1470484"/>
                <a:gd name="connsiteY2" fmla="*/ 720080 h 859944"/>
                <a:gd name="connsiteX3" fmla="*/ 864704 w 1470484"/>
                <a:gd name="connsiteY3" fmla="*/ 541000 h 859944"/>
                <a:gd name="connsiteX4" fmla="*/ 30324 w 1470484"/>
                <a:gd name="connsiteY4" fmla="*/ 720080 h 859944"/>
                <a:gd name="connsiteX0" fmla="*/ 30324 w 1470484"/>
                <a:gd name="connsiteY0" fmla="*/ 720080 h 856705"/>
                <a:gd name="connsiteX1" fmla="*/ 750404 w 1470484"/>
                <a:gd name="connsiteY1" fmla="*/ 0 h 856705"/>
                <a:gd name="connsiteX2" fmla="*/ 1470484 w 1470484"/>
                <a:gd name="connsiteY2" fmla="*/ 720080 h 856705"/>
                <a:gd name="connsiteX3" fmla="*/ 864704 w 1470484"/>
                <a:gd name="connsiteY3" fmla="*/ 541000 h 856705"/>
                <a:gd name="connsiteX4" fmla="*/ 30324 w 1470484"/>
                <a:gd name="connsiteY4" fmla="*/ 720080 h 856705"/>
                <a:gd name="connsiteX0" fmla="*/ 59 w 1440219"/>
                <a:gd name="connsiteY0" fmla="*/ 720080 h 911987"/>
                <a:gd name="connsiteX1" fmla="*/ 720139 w 1440219"/>
                <a:gd name="connsiteY1" fmla="*/ 0 h 911987"/>
                <a:gd name="connsiteX2" fmla="*/ 1440219 w 1440219"/>
                <a:gd name="connsiteY2" fmla="*/ 720080 h 911987"/>
                <a:gd name="connsiteX3" fmla="*/ 750619 w 1440219"/>
                <a:gd name="connsiteY3" fmla="*/ 784840 h 911987"/>
                <a:gd name="connsiteX4" fmla="*/ 59 w 1440219"/>
                <a:gd name="connsiteY4" fmla="*/ 720080 h 911987"/>
                <a:gd name="connsiteX0" fmla="*/ 66099 w 1506259"/>
                <a:gd name="connsiteY0" fmla="*/ 720080 h 911987"/>
                <a:gd name="connsiteX1" fmla="*/ 786179 w 1506259"/>
                <a:gd name="connsiteY1" fmla="*/ 0 h 911987"/>
                <a:gd name="connsiteX2" fmla="*/ 1506259 w 1506259"/>
                <a:gd name="connsiteY2" fmla="*/ 720080 h 911987"/>
                <a:gd name="connsiteX3" fmla="*/ 816659 w 1506259"/>
                <a:gd name="connsiteY3" fmla="*/ 784840 h 911987"/>
                <a:gd name="connsiteX4" fmla="*/ 66099 w 1506259"/>
                <a:gd name="connsiteY4" fmla="*/ 720080 h 911987"/>
                <a:gd name="connsiteX0" fmla="*/ 30706 w 1470866"/>
                <a:gd name="connsiteY0" fmla="*/ 720080 h 911987"/>
                <a:gd name="connsiteX1" fmla="*/ 750786 w 1470866"/>
                <a:gd name="connsiteY1" fmla="*/ 0 h 911987"/>
                <a:gd name="connsiteX2" fmla="*/ 1470866 w 1470866"/>
                <a:gd name="connsiteY2" fmla="*/ 720080 h 911987"/>
                <a:gd name="connsiteX3" fmla="*/ 781266 w 1470866"/>
                <a:gd name="connsiteY3" fmla="*/ 784840 h 911987"/>
                <a:gd name="connsiteX4" fmla="*/ 30706 w 1470866"/>
                <a:gd name="connsiteY4" fmla="*/ 720080 h 911987"/>
                <a:gd name="connsiteX0" fmla="*/ 30706 w 1470866"/>
                <a:gd name="connsiteY0" fmla="*/ 720080 h 898605"/>
                <a:gd name="connsiteX1" fmla="*/ 750786 w 1470866"/>
                <a:gd name="connsiteY1" fmla="*/ 0 h 898605"/>
                <a:gd name="connsiteX2" fmla="*/ 1470866 w 1470866"/>
                <a:gd name="connsiteY2" fmla="*/ 720080 h 898605"/>
                <a:gd name="connsiteX3" fmla="*/ 781266 w 1470866"/>
                <a:gd name="connsiteY3" fmla="*/ 784840 h 898605"/>
                <a:gd name="connsiteX4" fmla="*/ 30706 w 1470866"/>
                <a:gd name="connsiteY4" fmla="*/ 720080 h 898605"/>
                <a:gd name="connsiteX0" fmla="*/ 30706 w 1481953"/>
                <a:gd name="connsiteY0" fmla="*/ 720080 h 898605"/>
                <a:gd name="connsiteX1" fmla="*/ 750786 w 1481953"/>
                <a:gd name="connsiteY1" fmla="*/ 0 h 898605"/>
                <a:gd name="connsiteX2" fmla="*/ 1470866 w 1481953"/>
                <a:gd name="connsiteY2" fmla="*/ 720080 h 898605"/>
                <a:gd name="connsiteX3" fmla="*/ 781266 w 1481953"/>
                <a:gd name="connsiteY3" fmla="*/ 784840 h 898605"/>
                <a:gd name="connsiteX4" fmla="*/ 30706 w 1481953"/>
                <a:gd name="connsiteY4" fmla="*/ 720080 h 89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953" h="898605">
                  <a:moveTo>
                    <a:pt x="30706" y="720080"/>
                  </a:moveTo>
                  <a:cubicBezTo>
                    <a:pt x="-126774" y="490213"/>
                    <a:pt x="353097" y="0"/>
                    <a:pt x="750786" y="0"/>
                  </a:cubicBezTo>
                  <a:cubicBezTo>
                    <a:pt x="1148475" y="0"/>
                    <a:pt x="1554686" y="223331"/>
                    <a:pt x="1470866" y="720080"/>
                  </a:cubicBezTo>
                  <a:cubicBezTo>
                    <a:pt x="1379426" y="1079669"/>
                    <a:pt x="1178955" y="784840"/>
                    <a:pt x="781266" y="784840"/>
                  </a:cubicBezTo>
                  <a:cubicBezTo>
                    <a:pt x="383577" y="784840"/>
                    <a:pt x="188186" y="949947"/>
                    <a:pt x="30706" y="720080"/>
                  </a:cubicBezTo>
                  <a:close/>
                </a:path>
              </a:pathLst>
            </a:custGeom>
            <a:noFill/>
            <a:ln>
              <a:solidFill>
                <a:srgbClr val="B87A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43A683AA-D5ED-ADBC-BD3C-1370D64C056B}"/>
              </a:ext>
            </a:extLst>
          </p:cNvPr>
          <p:cNvSpPr txBox="1"/>
          <p:nvPr/>
        </p:nvSpPr>
        <p:spPr>
          <a:xfrm>
            <a:off x="11541943" y="215439"/>
            <a:ext cx="1236081" cy="8002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6432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03</a:t>
            </a:r>
            <a:endParaRPr lang="zh-CN" altLang="en-US" sz="46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87DEA98-44B4-4242-56E6-2F12EDC66AFF}"/>
              </a:ext>
            </a:extLst>
          </p:cNvPr>
          <p:cNvSpPr txBox="1"/>
          <p:nvPr/>
        </p:nvSpPr>
        <p:spPr>
          <a:xfrm>
            <a:off x="1100783" y="993087"/>
            <a:ext cx="40514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OPML </a:t>
            </a:r>
            <a:r>
              <a:rPr lang="zh-CN" altLang="en-US" sz="2400" b="1" dirty="0"/>
              <a:t>与 </a:t>
            </a:r>
            <a:r>
              <a:rPr lang="en-US" altLang="zh-CN" sz="2400" b="1" dirty="0"/>
              <a:t>Sync </a:t>
            </a:r>
            <a:r>
              <a:rPr lang="zh-CN" altLang="en-US" sz="2400" b="1" dirty="0"/>
              <a:t>功能开发</a:t>
            </a: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6DC5F409-8BB1-400E-751D-7E8BE0FB0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4879" y="1744117"/>
            <a:ext cx="7107950" cy="49124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340293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09FC8ECF-6DB9-E901-4ADB-513E2558ED5B}"/>
              </a:ext>
            </a:extLst>
          </p:cNvPr>
          <p:cNvSpPr/>
          <p:nvPr/>
        </p:nvSpPr>
        <p:spPr>
          <a:xfrm>
            <a:off x="0" y="0"/>
            <a:ext cx="5059831" cy="1237807"/>
          </a:xfrm>
          <a:custGeom>
            <a:avLst/>
            <a:gdLst>
              <a:gd name="connsiteX0" fmla="*/ 0 w 5059831"/>
              <a:gd name="connsiteY0" fmla="*/ 0 h 1237807"/>
              <a:gd name="connsiteX1" fmla="*/ 5059831 w 5059831"/>
              <a:gd name="connsiteY1" fmla="*/ 0 h 1237807"/>
              <a:gd name="connsiteX2" fmla="*/ 5035480 w 5059831"/>
              <a:gd name="connsiteY2" fmla="*/ 34911 h 1237807"/>
              <a:gd name="connsiteX3" fmla="*/ 3860800 w 5059831"/>
              <a:gd name="connsiteY3" fmla="*/ 1190171 h 1237807"/>
              <a:gd name="connsiteX4" fmla="*/ 1625600 w 5059831"/>
              <a:gd name="connsiteY4" fmla="*/ 754743 h 1237807"/>
              <a:gd name="connsiteX5" fmla="*/ 624114 w 5059831"/>
              <a:gd name="connsiteY5" fmla="*/ 1175657 h 1237807"/>
              <a:gd name="connsiteX6" fmla="*/ 59123 w 5059831"/>
              <a:gd name="connsiteY6" fmla="*/ 727946 h 1237807"/>
              <a:gd name="connsiteX7" fmla="*/ 0 w 5059831"/>
              <a:gd name="connsiteY7" fmla="*/ 630647 h 1237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59831" h="1237807">
                <a:moveTo>
                  <a:pt x="0" y="0"/>
                </a:moveTo>
                <a:lnTo>
                  <a:pt x="5059831" y="0"/>
                </a:lnTo>
                <a:lnTo>
                  <a:pt x="5035480" y="34911"/>
                </a:lnTo>
                <a:cubicBezTo>
                  <a:pt x="4705578" y="500554"/>
                  <a:pt x="4261455" y="1048052"/>
                  <a:pt x="3860800" y="1190171"/>
                </a:cubicBezTo>
                <a:cubicBezTo>
                  <a:pt x="3219752" y="1417562"/>
                  <a:pt x="2165048" y="757162"/>
                  <a:pt x="1625600" y="754743"/>
                </a:cubicBezTo>
                <a:cubicBezTo>
                  <a:pt x="1086152" y="752324"/>
                  <a:pt x="1002332" y="1168884"/>
                  <a:pt x="624114" y="1175657"/>
                </a:cubicBezTo>
                <a:cubicBezTo>
                  <a:pt x="387728" y="1179890"/>
                  <a:pt x="219094" y="980867"/>
                  <a:pt x="59123" y="727946"/>
                </a:cubicBezTo>
                <a:lnTo>
                  <a:pt x="0" y="630647"/>
                </a:lnTo>
                <a:close/>
              </a:path>
            </a:pathLst>
          </a:custGeom>
          <a:solidFill>
            <a:srgbClr val="F6F4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FF6EF886-5CC6-81F6-88B2-07540CD8AB3D}"/>
              </a:ext>
            </a:extLst>
          </p:cNvPr>
          <p:cNvSpPr/>
          <p:nvPr/>
        </p:nvSpPr>
        <p:spPr>
          <a:xfrm>
            <a:off x="-51345" y="-56083"/>
            <a:ext cx="5795714" cy="1493913"/>
          </a:xfrm>
          <a:custGeom>
            <a:avLst/>
            <a:gdLst>
              <a:gd name="connsiteX0" fmla="*/ 0 w 5795714"/>
              <a:gd name="connsiteY0" fmla="*/ 0 h 1493913"/>
              <a:gd name="connsiteX1" fmla="*/ 5795714 w 5795714"/>
              <a:gd name="connsiteY1" fmla="*/ 0 h 1493913"/>
              <a:gd name="connsiteX2" fmla="*/ 5739437 w 5795714"/>
              <a:gd name="connsiteY2" fmla="*/ 53805 h 1493913"/>
              <a:gd name="connsiteX3" fmla="*/ 4775200 w 5795714"/>
              <a:gd name="connsiteY3" fmla="*/ 667657 h 1493913"/>
              <a:gd name="connsiteX4" fmla="*/ 3048000 w 5795714"/>
              <a:gd name="connsiteY4" fmla="*/ 696686 h 1493913"/>
              <a:gd name="connsiteX5" fmla="*/ 856343 w 5795714"/>
              <a:gd name="connsiteY5" fmla="*/ 1480457 h 1493913"/>
              <a:gd name="connsiteX6" fmla="*/ 87114 w 5795714"/>
              <a:gd name="connsiteY6" fmla="*/ 1346051 h 1493913"/>
              <a:gd name="connsiteX7" fmla="*/ 0 w 5795714"/>
              <a:gd name="connsiteY7" fmla="*/ 1291094 h 149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95714" h="1493913">
                <a:moveTo>
                  <a:pt x="0" y="0"/>
                </a:moveTo>
                <a:lnTo>
                  <a:pt x="5795714" y="0"/>
                </a:lnTo>
                <a:lnTo>
                  <a:pt x="5739437" y="53805"/>
                </a:lnTo>
                <a:cubicBezTo>
                  <a:pt x="5451703" y="318634"/>
                  <a:pt x="5147129" y="553357"/>
                  <a:pt x="4775200" y="667657"/>
                </a:cubicBezTo>
                <a:cubicBezTo>
                  <a:pt x="4279295" y="820057"/>
                  <a:pt x="3701143" y="561219"/>
                  <a:pt x="3048000" y="696686"/>
                </a:cubicBezTo>
                <a:cubicBezTo>
                  <a:pt x="2394857" y="832153"/>
                  <a:pt x="1403048" y="1410305"/>
                  <a:pt x="856343" y="1480457"/>
                </a:cubicBezTo>
                <a:cubicBezTo>
                  <a:pt x="514653" y="1524302"/>
                  <a:pt x="280685" y="1456172"/>
                  <a:pt x="87114" y="1346051"/>
                </a:cubicBezTo>
                <a:lnTo>
                  <a:pt x="0" y="1291094"/>
                </a:lnTo>
                <a:close/>
              </a:path>
            </a:pathLst>
          </a:custGeom>
          <a:noFill/>
          <a:ln w="25400">
            <a:solidFill>
              <a:srgbClr val="B87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256F215F-ACB3-FFE5-2D10-3D6DF11B65CF}"/>
              </a:ext>
            </a:extLst>
          </p:cNvPr>
          <p:cNvSpPr/>
          <p:nvPr/>
        </p:nvSpPr>
        <p:spPr>
          <a:xfrm>
            <a:off x="4785961" y="3652816"/>
            <a:ext cx="8072789" cy="3579835"/>
          </a:xfrm>
          <a:custGeom>
            <a:avLst/>
            <a:gdLst>
              <a:gd name="connsiteX0" fmla="*/ 8072789 w 8072789"/>
              <a:gd name="connsiteY0" fmla="*/ 0 h 3579835"/>
              <a:gd name="connsiteX1" fmla="*/ 8072789 w 8072789"/>
              <a:gd name="connsiteY1" fmla="*/ 3579835 h 3579835"/>
              <a:gd name="connsiteX2" fmla="*/ 0 w 8072789"/>
              <a:gd name="connsiteY2" fmla="*/ 3579835 h 3579835"/>
              <a:gd name="connsiteX3" fmla="*/ 1812 w 8072789"/>
              <a:gd name="connsiteY3" fmla="*/ 3562472 h 3579835"/>
              <a:gd name="connsiteX4" fmla="*/ 584325 w 8072789"/>
              <a:gd name="connsiteY4" fmla="*/ 2138385 h 3579835"/>
              <a:gd name="connsiteX5" fmla="*/ 2790496 w 8072789"/>
              <a:gd name="connsiteY5" fmla="*/ 2051299 h 3579835"/>
              <a:gd name="connsiteX6" fmla="*/ 4633810 w 8072789"/>
              <a:gd name="connsiteY6" fmla="*/ 149928 h 3579835"/>
              <a:gd name="connsiteX7" fmla="*/ 6839982 w 8072789"/>
              <a:gd name="connsiteY7" fmla="*/ 512785 h 3579835"/>
              <a:gd name="connsiteX8" fmla="*/ 7966653 w 8072789"/>
              <a:gd name="connsiteY8" fmla="*/ 63296 h 3579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72789" h="3579835">
                <a:moveTo>
                  <a:pt x="8072789" y="0"/>
                </a:moveTo>
                <a:lnTo>
                  <a:pt x="8072789" y="3579835"/>
                </a:lnTo>
                <a:lnTo>
                  <a:pt x="0" y="3579835"/>
                </a:lnTo>
                <a:lnTo>
                  <a:pt x="1812" y="3562472"/>
                </a:lnTo>
                <a:cubicBezTo>
                  <a:pt x="68652" y="2960445"/>
                  <a:pt x="173692" y="2396619"/>
                  <a:pt x="584325" y="2138385"/>
                </a:cubicBezTo>
                <a:cubicBezTo>
                  <a:pt x="1053620" y="1843261"/>
                  <a:pt x="2115582" y="2382708"/>
                  <a:pt x="2790496" y="2051299"/>
                </a:cubicBezTo>
                <a:cubicBezTo>
                  <a:pt x="3465410" y="1719890"/>
                  <a:pt x="3958896" y="406347"/>
                  <a:pt x="4633810" y="149928"/>
                </a:cubicBezTo>
                <a:cubicBezTo>
                  <a:pt x="5308724" y="-106491"/>
                  <a:pt x="6094915" y="650671"/>
                  <a:pt x="6839982" y="512785"/>
                </a:cubicBezTo>
                <a:cubicBezTo>
                  <a:pt x="7212515" y="443842"/>
                  <a:pt x="7588677" y="277835"/>
                  <a:pt x="7966653" y="63296"/>
                </a:cubicBezTo>
                <a:close/>
              </a:path>
            </a:pathLst>
          </a:custGeom>
          <a:solidFill>
            <a:srgbClr val="F6E9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28BA09CC-8616-FABB-E438-690E278477D8}"/>
              </a:ext>
            </a:extLst>
          </p:cNvPr>
          <p:cNvSpPr/>
          <p:nvPr/>
        </p:nvSpPr>
        <p:spPr>
          <a:xfrm>
            <a:off x="6410497" y="2576191"/>
            <a:ext cx="6499598" cy="4712542"/>
          </a:xfrm>
          <a:custGeom>
            <a:avLst/>
            <a:gdLst>
              <a:gd name="connsiteX0" fmla="*/ 6499598 w 6499598"/>
              <a:gd name="connsiteY0" fmla="*/ 0 h 4712542"/>
              <a:gd name="connsiteX1" fmla="*/ 6499598 w 6499598"/>
              <a:gd name="connsiteY1" fmla="*/ 4712542 h 4712542"/>
              <a:gd name="connsiteX2" fmla="*/ 0 w 6499598"/>
              <a:gd name="connsiteY2" fmla="*/ 4712542 h 4712542"/>
              <a:gd name="connsiteX3" fmla="*/ 59904 w 6499598"/>
              <a:gd name="connsiteY3" fmla="*/ 4638461 h 4712542"/>
              <a:gd name="connsiteX4" fmla="*/ 1333419 w 6499598"/>
              <a:gd name="connsiteY4" fmla="*/ 3503321 h 4712542"/>
              <a:gd name="connsiteX5" fmla="*/ 4091134 w 6499598"/>
              <a:gd name="connsiteY5" fmla="*/ 3198521 h 4712542"/>
              <a:gd name="connsiteX6" fmla="*/ 5513534 w 6499598"/>
              <a:gd name="connsiteY6" fmla="*/ 673035 h 4712542"/>
              <a:gd name="connsiteX7" fmla="*/ 6319077 w 6499598"/>
              <a:gd name="connsiteY7" fmla="*/ 76589 h 4712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99598" h="4712542">
                <a:moveTo>
                  <a:pt x="6499598" y="0"/>
                </a:moveTo>
                <a:lnTo>
                  <a:pt x="6499598" y="4712542"/>
                </a:lnTo>
                <a:lnTo>
                  <a:pt x="0" y="4712542"/>
                </a:lnTo>
                <a:lnTo>
                  <a:pt x="59904" y="4638461"/>
                </a:lnTo>
                <a:cubicBezTo>
                  <a:pt x="381505" y="4242359"/>
                  <a:pt x="831165" y="3716197"/>
                  <a:pt x="1333419" y="3503321"/>
                </a:cubicBezTo>
                <a:cubicBezTo>
                  <a:pt x="2063972" y="3193683"/>
                  <a:pt x="3394448" y="3670235"/>
                  <a:pt x="4091134" y="3198521"/>
                </a:cubicBezTo>
                <a:cubicBezTo>
                  <a:pt x="4787820" y="2726807"/>
                  <a:pt x="5000696" y="1241511"/>
                  <a:pt x="5513534" y="673035"/>
                </a:cubicBezTo>
                <a:cubicBezTo>
                  <a:pt x="5769953" y="388797"/>
                  <a:pt x="6040886" y="207066"/>
                  <a:pt x="6319077" y="76589"/>
                </a:cubicBezTo>
                <a:close/>
              </a:path>
            </a:pathLst>
          </a:custGeom>
          <a:noFill/>
          <a:ln w="25400">
            <a:solidFill>
              <a:srgbClr val="B87A5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963FA65-2E5F-4B71-EC7D-7C8AE8136376}"/>
              </a:ext>
            </a:extLst>
          </p:cNvPr>
          <p:cNvSpPr/>
          <p:nvPr/>
        </p:nvSpPr>
        <p:spPr>
          <a:xfrm>
            <a:off x="11253911" y="5272509"/>
            <a:ext cx="1986009" cy="1204247"/>
          </a:xfrm>
          <a:custGeom>
            <a:avLst/>
            <a:gdLst>
              <a:gd name="connsiteX0" fmla="*/ 0 w 1440160"/>
              <a:gd name="connsiteY0" fmla="*/ 720080 h 1440160"/>
              <a:gd name="connsiteX1" fmla="*/ 720080 w 1440160"/>
              <a:gd name="connsiteY1" fmla="*/ 0 h 1440160"/>
              <a:gd name="connsiteX2" fmla="*/ 1440160 w 1440160"/>
              <a:gd name="connsiteY2" fmla="*/ 720080 h 1440160"/>
              <a:gd name="connsiteX3" fmla="*/ 720080 w 1440160"/>
              <a:gd name="connsiteY3" fmla="*/ 1440160 h 1440160"/>
              <a:gd name="connsiteX4" fmla="*/ 0 w 1440160"/>
              <a:gd name="connsiteY4" fmla="*/ 720080 h 1440160"/>
              <a:gd name="connsiteX0" fmla="*/ 760 w 1440920"/>
              <a:gd name="connsiteY0" fmla="*/ 720080 h 859944"/>
              <a:gd name="connsiteX1" fmla="*/ 720840 w 1440920"/>
              <a:gd name="connsiteY1" fmla="*/ 0 h 859944"/>
              <a:gd name="connsiteX2" fmla="*/ 1440920 w 1440920"/>
              <a:gd name="connsiteY2" fmla="*/ 720080 h 859944"/>
              <a:gd name="connsiteX3" fmla="*/ 835140 w 1440920"/>
              <a:gd name="connsiteY3" fmla="*/ 541000 h 859944"/>
              <a:gd name="connsiteX4" fmla="*/ 760 w 1440920"/>
              <a:gd name="connsiteY4" fmla="*/ 720080 h 859944"/>
              <a:gd name="connsiteX0" fmla="*/ 30324 w 1470484"/>
              <a:gd name="connsiteY0" fmla="*/ 720080 h 859944"/>
              <a:gd name="connsiteX1" fmla="*/ 750404 w 1470484"/>
              <a:gd name="connsiteY1" fmla="*/ 0 h 859944"/>
              <a:gd name="connsiteX2" fmla="*/ 1470484 w 1470484"/>
              <a:gd name="connsiteY2" fmla="*/ 720080 h 859944"/>
              <a:gd name="connsiteX3" fmla="*/ 864704 w 1470484"/>
              <a:gd name="connsiteY3" fmla="*/ 541000 h 859944"/>
              <a:gd name="connsiteX4" fmla="*/ 30324 w 1470484"/>
              <a:gd name="connsiteY4" fmla="*/ 720080 h 859944"/>
              <a:gd name="connsiteX0" fmla="*/ 30324 w 1470484"/>
              <a:gd name="connsiteY0" fmla="*/ 720080 h 856705"/>
              <a:gd name="connsiteX1" fmla="*/ 750404 w 1470484"/>
              <a:gd name="connsiteY1" fmla="*/ 0 h 856705"/>
              <a:gd name="connsiteX2" fmla="*/ 1470484 w 1470484"/>
              <a:gd name="connsiteY2" fmla="*/ 720080 h 856705"/>
              <a:gd name="connsiteX3" fmla="*/ 864704 w 1470484"/>
              <a:gd name="connsiteY3" fmla="*/ 541000 h 856705"/>
              <a:gd name="connsiteX4" fmla="*/ 30324 w 1470484"/>
              <a:gd name="connsiteY4" fmla="*/ 720080 h 856705"/>
              <a:gd name="connsiteX0" fmla="*/ 59 w 1440219"/>
              <a:gd name="connsiteY0" fmla="*/ 720080 h 911987"/>
              <a:gd name="connsiteX1" fmla="*/ 720139 w 1440219"/>
              <a:gd name="connsiteY1" fmla="*/ 0 h 911987"/>
              <a:gd name="connsiteX2" fmla="*/ 1440219 w 1440219"/>
              <a:gd name="connsiteY2" fmla="*/ 720080 h 911987"/>
              <a:gd name="connsiteX3" fmla="*/ 750619 w 1440219"/>
              <a:gd name="connsiteY3" fmla="*/ 784840 h 911987"/>
              <a:gd name="connsiteX4" fmla="*/ 59 w 1440219"/>
              <a:gd name="connsiteY4" fmla="*/ 720080 h 911987"/>
              <a:gd name="connsiteX0" fmla="*/ 66099 w 1506259"/>
              <a:gd name="connsiteY0" fmla="*/ 720080 h 911987"/>
              <a:gd name="connsiteX1" fmla="*/ 786179 w 1506259"/>
              <a:gd name="connsiteY1" fmla="*/ 0 h 911987"/>
              <a:gd name="connsiteX2" fmla="*/ 1506259 w 1506259"/>
              <a:gd name="connsiteY2" fmla="*/ 720080 h 911987"/>
              <a:gd name="connsiteX3" fmla="*/ 816659 w 1506259"/>
              <a:gd name="connsiteY3" fmla="*/ 784840 h 911987"/>
              <a:gd name="connsiteX4" fmla="*/ 66099 w 1506259"/>
              <a:gd name="connsiteY4" fmla="*/ 720080 h 911987"/>
              <a:gd name="connsiteX0" fmla="*/ 30706 w 1470866"/>
              <a:gd name="connsiteY0" fmla="*/ 720080 h 911987"/>
              <a:gd name="connsiteX1" fmla="*/ 750786 w 1470866"/>
              <a:gd name="connsiteY1" fmla="*/ 0 h 911987"/>
              <a:gd name="connsiteX2" fmla="*/ 1470866 w 1470866"/>
              <a:gd name="connsiteY2" fmla="*/ 720080 h 911987"/>
              <a:gd name="connsiteX3" fmla="*/ 781266 w 1470866"/>
              <a:gd name="connsiteY3" fmla="*/ 784840 h 911987"/>
              <a:gd name="connsiteX4" fmla="*/ 30706 w 1470866"/>
              <a:gd name="connsiteY4" fmla="*/ 720080 h 911987"/>
              <a:gd name="connsiteX0" fmla="*/ 30706 w 1470866"/>
              <a:gd name="connsiteY0" fmla="*/ 720080 h 898605"/>
              <a:gd name="connsiteX1" fmla="*/ 750786 w 1470866"/>
              <a:gd name="connsiteY1" fmla="*/ 0 h 898605"/>
              <a:gd name="connsiteX2" fmla="*/ 1470866 w 1470866"/>
              <a:gd name="connsiteY2" fmla="*/ 720080 h 898605"/>
              <a:gd name="connsiteX3" fmla="*/ 781266 w 1470866"/>
              <a:gd name="connsiteY3" fmla="*/ 784840 h 898605"/>
              <a:gd name="connsiteX4" fmla="*/ 30706 w 1470866"/>
              <a:gd name="connsiteY4" fmla="*/ 720080 h 898605"/>
              <a:gd name="connsiteX0" fmla="*/ 30706 w 1481953"/>
              <a:gd name="connsiteY0" fmla="*/ 720080 h 898605"/>
              <a:gd name="connsiteX1" fmla="*/ 750786 w 1481953"/>
              <a:gd name="connsiteY1" fmla="*/ 0 h 898605"/>
              <a:gd name="connsiteX2" fmla="*/ 1470866 w 1481953"/>
              <a:gd name="connsiteY2" fmla="*/ 720080 h 898605"/>
              <a:gd name="connsiteX3" fmla="*/ 781266 w 1481953"/>
              <a:gd name="connsiteY3" fmla="*/ 784840 h 898605"/>
              <a:gd name="connsiteX4" fmla="*/ 30706 w 1481953"/>
              <a:gd name="connsiteY4" fmla="*/ 720080 h 898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953" h="898605">
                <a:moveTo>
                  <a:pt x="30706" y="720080"/>
                </a:moveTo>
                <a:cubicBezTo>
                  <a:pt x="-126774" y="490213"/>
                  <a:pt x="353097" y="0"/>
                  <a:pt x="750786" y="0"/>
                </a:cubicBezTo>
                <a:cubicBezTo>
                  <a:pt x="1148475" y="0"/>
                  <a:pt x="1554686" y="223331"/>
                  <a:pt x="1470866" y="720080"/>
                </a:cubicBezTo>
                <a:cubicBezTo>
                  <a:pt x="1379426" y="1079669"/>
                  <a:pt x="1178955" y="784840"/>
                  <a:pt x="781266" y="784840"/>
                </a:cubicBezTo>
                <a:cubicBezTo>
                  <a:pt x="383577" y="784840"/>
                  <a:pt x="188186" y="949947"/>
                  <a:pt x="30706" y="720080"/>
                </a:cubicBezTo>
                <a:close/>
              </a:path>
            </a:pathLst>
          </a:custGeom>
          <a:solidFill>
            <a:srgbClr val="B87A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3A683AA-D5ED-ADBC-BD3C-1370D64C056B}"/>
              </a:ext>
            </a:extLst>
          </p:cNvPr>
          <p:cNvSpPr txBox="1"/>
          <p:nvPr/>
        </p:nvSpPr>
        <p:spPr>
          <a:xfrm>
            <a:off x="2381592" y="2332020"/>
            <a:ext cx="4112718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6432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66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THANKS</a:t>
            </a:r>
            <a:endParaRPr lang="zh-CN" altLang="en-US" sz="6600" dirty="0">
              <a:solidFill>
                <a:schemeClr val="tx1">
                  <a:lumMod val="75000"/>
                  <a:lumOff val="2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3AC93FC-B0A5-3E0E-8AF1-FEE9293D4241}"/>
              </a:ext>
            </a:extLst>
          </p:cNvPr>
          <p:cNvSpPr txBox="1"/>
          <p:nvPr/>
        </p:nvSpPr>
        <p:spPr>
          <a:xfrm>
            <a:off x="2316657" y="4336405"/>
            <a:ext cx="4112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汇报人：</a:t>
            </a:r>
            <a:r>
              <a:rPr lang="en-US" altLang="zh-CN" sz="1600" b="1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51PPT</a:t>
            </a:r>
            <a:r>
              <a:rPr lang="zh-CN" altLang="en-US" sz="1600" b="1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模板网          时间：</a:t>
            </a:r>
            <a:r>
              <a:rPr lang="en-US" altLang="zh-CN" sz="1600" b="1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2022.10</a:t>
            </a:r>
            <a:endParaRPr lang="zh-CN" altLang="en-US" sz="1600" b="1" dirty="0">
              <a:solidFill>
                <a:schemeClr val="bg1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23" name="user_95001">
            <a:extLst>
              <a:ext uri="{FF2B5EF4-FFF2-40B4-BE49-F238E27FC236}">
                <a16:creationId xmlns:a16="http://schemas.microsoft.com/office/drawing/2014/main" id="{7921F2B0-05E0-0315-6A06-FD9895FCF3A5}"/>
              </a:ext>
            </a:extLst>
          </p:cNvPr>
          <p:cNvSpPr/>
          <p:nvPr/>
        </p:nvSpPr>
        <p:spPr>
          <a:xfrm>
            <a:off x="2078420" y="4306543"/>
            <a:ext cx="238237" cy="368416"/>
          </a:xfrm>
          <a:custGeom>
            <a:avLst/>
            <a:gdLst>
              <a:gd name="connsiteX0" fmla="*/ 62432 w 393205"/>
              <a:gd name="connsiteY0" fmla="*/ 328341 h 608062"/>
              <a:gd name="connsiteX1" fmla="*/ 330652 w 393205"/>
              <a:gd name="connsiteY1" fmla="*/ 328341 h 608062"/>
              <a:gd name="connsiteX2" fmla="*/ 367787 w 393205"/>
              <a:gd name="connsiteY2" fmla="*/ 358732 h 608062"/>
              <a:gd name="connsiteX3" fmla="*/ 392502 w 393205"/>
              <a:gd name="connsiteY3" fmla="*/ 483823 h 608062"/>
              <a:gd name="connsiteX4" fmla="*/ 374605 w 393205"/>
              <a:gd name="connsiteY4" fmla="*/ 530382 h 608062"/>
              <a:gd name="connsiteX5" fmla="*/ 196603 w 393205"/>
              <a:gd name="connsiteY5" fmla="*/ 608062 h 608062"/>
              <a:gd name="connsiteX6" fmla="*/ 18601 w 393205"/>
              <a:gd name="connsiteY6" fmla="*/ 530382 h 608062"/>
              <a:gd name="connsiteX7" fmla="*/ 704 w 393205"/>
              <a:gd name="connsiteY7" fmla="*/ 483823 h 608062"/>
              <a:gd name="connsiteX8" fmla="*/ 25419 w 393205"/>
              <a:gd name="connsiteY8" fmla="*/ 358732 h 608062"/>
              <a:gd name="connsiteX9" fmla="*/ 62432 w 393205"/>
              <a:gd name="connsiteY9" fmla="*/ 328341 h 608062"/>
              <a:gd name="connsiteX10" fmla="*/ 196639 w 393205"/>
              <a:gd name="connsiteY10" fmla="*/ 0 h 608062"/>
              <a:gd name="connsiteX11" fmla="*/ 339711 w 393205"/>
              <a:gd name="connsiteY11" fmla="*/ 142895 h 608062"/>
              <a:gd name="connsiteX12" fmla="*/ 196639 w 393205"/>
              <a:gd name="connsiteY12" fmla="*/ 285790 h 608062"/>
              <a:gd name="connsiteX13" fmla="*/ 53567 w 393205"/>
              <a:gd name="connsiteY13" fmla="*/ 142895 h 608062"/>
              <a:gd name="connsiteX14" fmla="*/ 196639 w 393205"/>
              <a:gd name="connsiteY14" fmla="*/ 0 h 608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3205" h="608062">
                <a:moveTo>
                  <a:pt x="62432" y="328341"/>
                </a:moveTo>
                <a:lnTo>
                  <a:pt x="330652" y="328341"/>
                </a:lnTo>
                <a:cubicBezTo>
                  <a:pt x="348063" y="328341"/>
                  <a:pt x="364378" y="341713"/>
                  <a:pt x="367787" y="358732"/>
                </a:cubicBezTo>
                <a:lnTo>
                  <a:pt x="392502" y="483823"/>
                </a:lnTo>
                <a:cubicBezTo>
                  <a:pt x="395668" y="499991"/>
                  <a:pt x="387876" y="520414"/>
                  <a:pt x="374605" y="530382"/>
                </a:cubicBezTo>
                <a:cubicBezTo>
                  <a:pt x="370344" y="533543"/>
                  <a:pt x="270263" y="608062"/>
                  <a:pt x="196603" y="608062"/>
                </a:cubicBezTo>
                <a:cubicBezTo>
                  <a:pt x="122943" y="608062"/>
                  <a:pt x="22741" y="533543"/>
                  <a:pt x="18601" y="530382"/>
                </a:cubicBezTo>
                <a:cubicBezTo>
                  <a:pt x="5330" y="520414"/>
                  <a:pt x="-2462" y="499991"/>
                  <a:pt x="704" y="483823"/>
                </a:cubicBezTo>
                <a:lnTo>
                  <a:pt x="25419" y="358732"/>
                </a:lnTo>
                <a:cubicBezTo>
                  <a:pt x="28828" y="341713"/>
                  <a:pt x="45021" y="328341"/>
                  <a:pt x="62432" y="328341"/>
                </a:cubicBezTo>
                <a:close/>
                <a:moveTo>
                  <a:pt x="196639" y="0"/>
                </a:moveTo>
                <a:cubicBezTo>
                  <a:pt x="275655" y="0"/>
                  <a:pt x="339711" y="63976"/>
                  <a:pt x="339711" y="142895"/>
                </a:cubicBezTo>
                <a:cubicBezTo>
                  <a:pt x="339711" y="221814"/>
                  <a:pt x="275655" y="285790"/>
                  <a:pt x="196639" y="285790"/>
                </a:cubicBezTo>
                <a:cubicBezTo>
                  <a:pt x="117623" y="285790"/>
                  <a:pt x="53567" y="221814"/>
                  <a:pt x="53567" y="142895"/>
                </a:cubicBezTo>
                <a:cubicBezTo>
                  <a:pt x="53567" y="63976"/>
                  <a:pt x="117623" y="0"/>
                  <a:pt x="19663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confont-11122-3633784">
            <a:extLst>
              <a:ext uri="{FF2B5EF4-FFF2-40B4-BE49-F238E27FC236}">
                <a16:creationId xmlns:a16="http://schemas.microsoft.com/office/drawing/2014/main" id="{0AADBF4E-134B-4F25-179D-7079A39EF8D8}"/>
              </a:ext>
            </a:extLst>
          </p:cNvPr>
          <p:cNvSpPr/>
          <p:nvPr/>
        </p:nvSpPr>
        <p:spPr>
          <a:xfrm>
            <a:off x="4601238" y="4368626"/>
            <a:ext cx="266755" cy="266706"/>
          </a:xfrm>
          <a:custGeom>
            <a:avLst/>
            <a:gdLst>
              <a:gd name="T0" fmla="*/ 5601 w 11203"/>
              <a:gd name="T1" fmla="*/ 0 h 11202"/>
              <a:gd name="T2" fmla="*/ 0 w 11203"/>
              <a:gd name="T3" fmla="*/ 5601 h 11202"/>
              <a:gd name="T4" fmla="*/ 5603 w 11203"/>
              <a:gd name="T5" fmla="*/ 11202 h 11202"/>
              <a:gd name="T6" fmla="*/ 11203 w 11203"/>
              <a:gd name="T7" fmla="*/ 5601 h 11202"/>
              <a:gd name="T8" fmla="*/ 5601 w 11203"/>
              <a:gd name="T9" fmla="*/ 0 h 11202"/>
              <a:gd name="T10" fmla="*/ 8403 w 11203"/>
              <a:gd name="T11" fmla="*/ 6218 h 11202"/>
              <a:gd name="T12" fmla="*/ 5429 w 11203"/>
              <a:gd name="T13" fmla="*/ 6218 h 11202"/>
              <a:gd name="T14" fmla="*/ 5250 w 11203"/>
              <a:gd name="T15" fmla="*/ 6182 h 11202"/>
              <a:gd name="T16" fmla="*/ 4970 w 11203"/>
              <a:gd name="T17" fmla="*/ 5760 h 11202"/>
              <a:gd name="T18" fmla="*/ 4970 w 11203"/>
              <a:gd name="T19" fmla="*/ 2786 h 11202"/>
              <a:gd name="T20" fmla="*/ 5429 w 11203"/>
              <a:gd name="T21" fmla="*/ 2327 h 11202"/>
              <a:gd name="T22" fmla="*/ 5889 w 11203"/>
              <a:gd name="T23" fmla="*/ 2786 h 11202"/>
              <a:gd name="T24" fmla="*/ 5889 w 11203"/>
              <a:gd name="T25" fmla="*/ 5301 h 11202"/>
              <a:gd name="T26" fmla="*/ 8404 w 11203"/>
              <a:gd name="T27" fmla="*/ 5301 h 11202"/>
              <a:gd name="T28" fmla="*/ 8863 w 11203"/>
              <a:gd name="T29" fmla="*/ 5760 h 11202"/>
              <a:gd name="T30" fmla="*/ 8403 w 11203"/>
              <a:gd name="T31" fmla="*/ 6218 h 11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1203" h="11202">
                <a:moveTo>
                  <a:pt x="5601" y="0"/>
                </a:moveTo>
                <a:cubicBezTo>
                  <a:pt x="2507" y="0"/>
                  <a:pt x="0" y="2507"/>
                  <a:pt x="0" y="5601"/>
                </a:cubicBezTo>
                <a:cubicBezTo>
                  <a:pt x="0" y="8695"/>
                  <a:pt x="2509" y="11202"/>
                  <a:pt x="5603" y="11202"/>
                </a:cubicBezTo>
                <a:cubicBezTo>
                  <a:pt x="8695" y="11202"/>
                  <a:pt x="11203" y="8695"/>
                  <a:pt x="11203" y="5601"/>
                </a:cubicBezTo>
                <a:cubicBezTo>
                  <a:pt x="11203" y="2507"/>
                  <a:pt x="8695" y="0"/>
                  <a:pt x="5601" y="0"/>
                </a:cubicBezTo>
                <a:close/>
                <a:moveTo>
                  <a:pt x="8403" y="6218"/>
                </a:moveTo>
                <a:lnTo>
                  <a:pt x="5429" y="6218"/>
                </a:lnTo>
                <a:cubicBezTo>
                  <a:pt x="5366" y="6218"/>
                  <a:pt x="5305" y="6206"/>
                  <a:pt x="5250" y="6182"/>
                </a:cubicBezTo>
                <a:cubicBezTo>
                  <a:pt x="5085" y="6112"/>
                  <a:pt x="4970" y="5950"/>
                  <a:pt x="4970" y="5760"/>
                </a:cubicBezTo>
                <a:lnTo>
                  <a:pt x="4970" y="2786"/>
                </a:lnTo>
                <a:cubicBezTo>
                  <a:pt x="4970" y="2532"/>
                  <a:pt x="5175" y="2327"/>
                  <a:pt x="5429" y="2327"/>
                </a:cubicBezTo>
                <a:cubicBezTo>
                  <a:pt x="5683" y="2327"/>
                  <a:pt x="5889" y="2532"/>
                  <a:pt x="5889" y="2786"/>
                </a:cubicBezTo>
                <a:lnTo>
                  <a:pt x="5889" y="5301"/>
                </a:lnTo>
                <a:lnTo>
                  <a:pt x="8404" y="5301"/>
                </a:lnTo>
                <a:cubicBezTo>
                  <a:pt x="8657" y="5301"/>
                  <a:pt x="8863" y="5506"/>
                  <a:pt x="8863" y="5760"/>
                </a:cubicBezTo>
                <a:cubicBezTo>
                  <a:pt x="8863" y="6013"/>
                  <a:pt x="8656" y="6218"/>
                  <a:pt x="8403" y="621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BB770D5-0FF8-0F11-CBAA-A5B2B8D154DF}"/>
              </a:ext>
            </a:extLst>
          </p:cNvPr>
          <p:cNvSpPr/>
          <p:nvPr/>
        </p:nvSpPr>
        <p:spPr>
          <a:xfrm>
            <a:off x="1901255" y="4361737"/>
            <a:ext cx="4896544" cy="562828"/>
          </a:xfrm>
          <a:prstGeom prst="roundRect">
            <a:avLst>
              <a:gd name="adj" fmla="val 50000"/>
            </a:avLst>
          </a:prstGeom>
          <a:solidFill>
            <a:srgbClr val="B87A56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36CB87-A2EC-131B-D1E0-4D9A53358BB1}"/>
              </a:ext>
            </a:extLst>
          </p:cNvPr>
          <p:cNvSpPr txBox="1"/>
          <p:nvPr/>
        </p:nvSpPr>
        <p:spPr>
          <a:xfrm>
            <a:off x="2469057" y="4488805"/>
            <a:ext cx="4328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汇报人：唐小卉 方蕴仪            时间：</a:t>
            </a:r>
            <a:r>
              <a:rPr lang="en-US" altLang="zh-CN" sz="1600" b="1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2026.5.29</a:t>
            </a:r>
            <a:endParaRPr lang="zh-CN" altLang="en-US" sz="1600" b="1" dirty="0">
              <a:solidFill>
                <a:schemeClr val="bg1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6" name="user_95001">
            <a:extLst>
              <a:ext uri="{FF2B5EF4-FFF2-40B4-BE49-F238E27FC236}">
                <a16:creationId xmlns:a16="http://schemas.microsoft.com/office/drawing/2014/main" id="{5AE0A3DD-3520-7872-5F23-46689122C15A}"/>
              </a:ext>
            </a:extLst>
          </p:cNvPr>
          <p:cNvSpPr/>
          <p:nvPr/>
        </p:nvSpPr>
        <p:spPr>
          <a:xfrm>
            <a:off x="2230820" y="4458943"/>
            <a:ext cx="238237" cy="368416"/>
          </a:xfrm>
          <a:custGeom>
            <a:avLst/>
            <a:gdLst>
              <a:gd name="connsiteX0" fmla="*/ 62432 w 393205"/>
              <a:gd name="connsiteY0" fmla="*/ 328341 h 608062"/>
              <a:gd name="connsiteX1" fmla="*/ 330652 w 393205"/>
              <a:gd name="connsiteY1" fmla="*/ 328341 h 608062"/>
              <a:gd name="connsiteX2" fmla="*/ 367787 w 393205"/>
              <a:gd name="connsiteY2" fmla="*/ 358732 h 608062"/>
              <a:gd name="connsiteX3" fmla="*/ 392502 w 393205"/>
              <a:gd name="connsiteY3" fmla="*/ 483823 h 608062"/>
              <a:gd name="connsiteX4" fmla="*/ 374605 w 393205"/>
              <a:gd name="connsiteY4" fmla="*/ 530382 h 608062"/>
              <a:gd name="connsiteX5" fmla="*/ 196603 w 393205"/>
              <a:gd name="connsiteY5" fmla="*/ 608062 h 608062"/>
              <a:gd name="connsiteX6" fmla="*/ 18601 w 393205"/>
              <a:gd name="connsiteY6" fmla="*/ 530382 h 608062"/>
              <a:gd name="connsiteX7" fmla="*/ 704 w 393205"/>
              <a:gd name="connsiteY7" fmla="*/ 483823 h 608062"/>
              <a:gd name="connsiteX8" fmla="*/ 25419 w 393205"/>
              <a:gd name="connsiteY8" fmla="*/ 358732 h 608062"/>
              <a:gd name="connsiteX9" fmla="*/ 62432 w 393205"/>
              <a:gd name="connsiteY9" fmla="*/ 328341 h 608062"/>
              <a:gd name="connsiteX10" fmla="*/ 196639 w 393205"/>
              <a:gd name="connsiteY10" fmla="*/ 0 h 608062"/>
              <a:gd name="connsiteX11" fmla="*/ 339711 w 393205"/>
              <a:gd name="connsiteY11" fmla="*/ 142895 h 608062"/>
              <a:gd name="connsiteX12" fmla="*/ 196639 w 393205"/>
              <a:gd name="connsiteY12" fmla="*/ 285790 h 608062"/>
              <a:gd name="connsiteX13" fmla="*/ 53567 w 393205"/>
              <a:gd name="connsiteY13" fmla="*/ 142895 h 608062"/>
              <a:gd name="connsiteX14" fmla="*/ 196639 w 393205"/>
              <a:gd name="connsiteY14" fmla="*/ 0 h 608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3205" h="608062">
                <a:moveTo>
                  <a:pt x="62432" y="328341"/>
                </a:moveTo>
                <a:lnTo>
                  <a:pt x="330652" y="328341"/>
                </a:lnTo>
                <a:cubicBezTo>
                  <a:pt x="348063" y="328341"/>
                  <a:pt x="364378" y="341713"/>
                  <a:pt x="367787" y="358732"/>
                </a:cubicBezTo>
                <a:lnTo>
                  <a:pt x="392502" y="483823"/>
                </a:lnTo>
                <a:cubicBezTo>
                  <a:pt x="395668" y="499991"/>
                  <a:pt x="387876" y="520414"/>
                  <a:pt x="374605" y="530382"/>
                </a:cubicBezTo>
                <a:cubicBezTo>
                  <a:pt x="370344" y="533543"/>
                  <a:pt x="270263" y="608062"/>
                  <a:pt x="196603" y="608062"/>
                </a:cubicBezTo>
                <a:cubicBezTo>
                  <a:pt x="122943" y="608062"/>
                  <a:pt x="22741" y="533543"/>
                  <a:pt x="18601" y="530382"/>
                </a:cubicBezTo>
                <a:cubicBezTo>
                  <a:pt x="5330" y="520414"/>
                  <a:pt x="-2462" y="499991"/>
                  <a:pt x="704" y="483823"/>
                </a:cubicBezTo>
                <a:lnTo>
                  <a:pt x="25419" y="358732"/>
                </a:lnTo>
                <a:cubicBezTo>
                  <a:pt x="28828" y="341713"/>
                  <a:pt x="45021" y="328341"/>
                  <a:pt x="62432" y="328341"/>
                </a:cubicBezTo>
                <a:close/>
                <a:moveTo>
                  <a:pt x="196639" y="0"/>
                </a:moveTo>
                <a:cubicBezTo>
                  <a:pt x="275655" y="0"/>
                  <a:pt x="339711" y="63976"/>
                  <a:pt x="339711" y="142895"/>
                </a:cubicBezTo>
                <a:cubicBezTo>
                  <a:pt x="339711" y="221814"/>
                  <a:pt x="275655" y="285790"/>
                  <a:pt x="196639" y="285790"/>
                </a:cubicBezTo>
                <a:cubicBezTo>
                  <a:pt x="117623" y="285790"/>
                  <a:pt x="53567" y="221814"/>
                  <a:pt x="53567" y="142895"/>
                </a:cubicBezTo>
                <a:cubicBezTo>
                  <a:pt x="53567" y="63976"/>
                  <a:pt x="117623" y="0"/>
                  <a:pt x="19663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confont-11122-3633784">
            <a:extLst>
              <a:ext uri="{FF2B5EF4-FFF2-40B4-BE49-F238E27FC236}">
                <a16:creationId xmlns:a16="http://schemas.microsoft.com/office/drawing/2014/main" id="{CEF6EBF3-E841-C847-6440-5C5EA28A78EC}"/>
              </a:ext>
            </a:extLst>
          </p:cNvPr>
          <p:cNvSpPr/>
          <p:nvPr/>
        </p:nvSpPr>
        <p:spPr>
          <a:xfrm>
            <a:off x="4753638" y="4521026"/>
            <a:ext cx="266755" cy="266706"/>
          </a:xfrm>
          <a:custGeom>
            <a:avLst/>
            <a:gdLst>
              <a:gd name="T0" fmla="*/ 5601 w 11203"/>
              <a:gd name="T1" fmla="*/ 0 h 11202"/>
              <a:gd name="T2" fmla="*/ 0 w 11203"/>
              <a:gd name="T3" fmla="*/ 5601 h 11202"/>
              <a:gd name="T4" fmla="*/ 5603 w 11203"/>
              <a:gd name="T5" fmla="*/ 11202 h 11202"/>
              <a:gd name="T6" fmla="*/ 11203 w 11203"/>
              <a:gd name="T7" fmla="*/ 5601 h 11202"/>
              <a:gd name="T8" fmla="*/ 5601 w 11203"/>
              <a:gd name="T9" fmla="*/ 0 h 11202"/>
              <a:gd name="T10" fmla="*/ 8403 w 11203"/>
              <a:gd name="T11" fmla="*/ 6218 h 11202"/>
              <a:gd name="T12" fmla="*/ 5429 w 11203"/>
              <a:gd name="T13" fmla="*/ 6218 h 11202"/>
              <a:gd name="T14" fmla="*/ 5250 w 11203"/>
              <a:gd name="T15" fmla="*/ 6182 h 11202"/>
              <a:gd name="T16" fmla="*/ 4970 w 11203"/>
              <a:gd name="T17" fmla="*/ 5760 h 11202"/>
              <a:gd name="T18" fmla="*/ 4970 w 11203"/>
              <a:gd name="T19" fmla="*/ 2786 h 11202"/>
              <a:gd name="T20" fmla="*/ 5429 w 11203"/>
              <a:gd name="T21" fmla="*/ 2327 h 11202"/>
              <a:gd name="T22" fmla="*/ 5889 w 11203"/>
              <a:gd name="T23" fmla="*/ 2786 h 11202"/>
              <a:gd name="T24" fmla="*/ 5889 w 11203"/>
              <a:gd name="T25" fmla="*/ 5301 h 11202"/>
              <a:gd name="T26" fmla="*/ 8404 w 11203"/>
              <a:gd name="T27" fmla="*/ 5301 h 11202"/>
              <a:gd name="T28" fmla="*/ 8863 w 11203"/>
              <a:gd name="T29" fmla="*/ 5760 h 11202"/>
              <a:gd name="T30" fmla="*/ 8403 w 11203"/>
              <a:gd name="T31" fmla="*/ 6218 h 11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1203" h="11202">
                <a:moveTo>
                  <a:pt x="5601" y="0"/>
                </a:moveTo>
                <a:cubicBezTo>
                  <a:pt x="2507" y="0"/>
                  <a:pt x="0" y="2507"/>
                  <a:pt x="0" y="5601"/>
                </a:cubicBezTo>
                <a:cubicBezTo>
                  <a:pt x="0" y="8695"/>
                  <a:pt x="2509" y="11202"/>
                  <a:pt x="5603" y="11202"/>
                </a:cubicBezTo>
                <a:cubicBezTo>
                  <a:pt x="8695" y="11202"/>
                  <a:pt x="11203" y="8695"/>
                  <a:pt x="11203" y="5601"/>
                </a:cubicBezTo>
                <a:cubicBezTo>
                  <a:pt x="11203" y="2507"/>
                  <a:pt x="8695" y="0"/>
                  <a:pt x="5601" y="0"/>
                </a:cubicBezTo>
                <a:close/>
                <a:moveTo>
                  <a:pt x="8403" y="6218"/>
                </a:moveTo>
                <a:lnTo>
                  <a:pt x="5429" y="6218"/>
                </a:lnTo>
                <a:cubicBezTo>
                  <a:pt x="5366" y="6218"/>
                  <a:pt x="5305" y="6206"/>
                  <a:pt x="5250" y="6182"/>
                </a:cubicBezTo>
                <a:cubicBezTo>
                  <a:pt x="5085" y="6112"/>
                  <a:pt x="4970" y="5950"/>
                  <a:pt x="4970" y="5760"/>
                </a:cubicBezTo>
                <a:lnTo>
                  <a:pt x="4970" y="2786"/>
                </a:lnTo>
                <a:cubicBezTo>
                  <a:pt x="4970" y="2532"/>
                  <a:pt x="5175" y="2327"/>
                  <a:pt x="5429" y="2327"/>
                </a:cubicBezTo>
                <a:cubicBezTo>
                  <a:pt x="5683" y="2327"/>
                  <a:pt x="5889" y="2532"/>
                  <a:pt x="5889" y="2786"/>
                </a:cubicBezTo>
                <a:lnTo>
                  <a:pt x="5889" y="5301"/>
                </a:lnTo>
                <a:lnTo>
                  <a:pt x="8404" y="5301"/>
                </a:lnTo>
                <a:cubicBezTo>
                  <a:pt x="8657" y="5301"/>
                  <a:pt x="8863" y="5506"/>
                  <a:pt x="8863" y="5760"/>
                </a:cubicBezTo>
                <a:cubicBezTo>
                  <a:pt x="8863" y="6013"/>
                  <a:pt x="8656" y="6218"/>
                  <a:pt x="8403" y="621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73442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4CC0D89-48BC-4C75-938B-D5EF06CED4EA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wQUAAIACABElFdHI7RO+/sCAACwCAAAFAAAAHVuaXZlcnNhbC9wbGF5ZXIueG1srVXfT9swEH4u0v6HyO/YLR0DqgTEkNAexoTUse2tMombeE3izHYI5a/f2c7vpWxIe2iVnO/77nz33cW/es5S74lJxUUeoAWeI4/loYh4Hgfo4evt8Tm6unx35Bcp3TPp8ShAZc4NgKbIi5gKJS80gO+pTgLUM2BgRl4huZBc74H7FLjbSCdL9O5oBi65ClCidbEipKoqzBUg8liJtDQkCociI4VkiuWaSeLSQF6DXem/o+GXiZzofcFUD1notweuSVqOZ8UHJNUSCxmTk/l8QX7cfV6HCcvoMc+VpnnIkAeVnNlSPtJwdyeiMmXK2Ga+S3LNtDZJWNvM1yu+OM89JcMAOYdNxpSiMVM4zWNEHJZMgP1tSlVS86gBreFVO17zWr+Ned80brZzpHMuyseUqwSO+pDOOgn0yTCqn9nrWgU9NAq6NUzIk+xXySWL7Ou3VozzBXIBW8XZPLGqQjiAp1saaiH3NwADFdUdxG3TsGsatqCWA7fR1x0Fam67ZVSXkjWlmvlPPGLiC5WSGllcalkyn4yMNZYMwT5xV66b1DXET3SWnv5Db4zfqDU/1WudsYD/0ZhPQNTWhOcRe77l4KNZBjXVDIptbFgXKTYxu5xU+Zj1dD0wuRzrpsBFPE1lzGAMI6op6ezkEJRJqsAlLOUI2zs4CE54nKTw05MM49ODNBmVu0mG3sFBcCrC3QS0NbdlJOM6jsTUKsgnE+vED0ulRcZfrDwHe0avrA5fG7nm6Lrg7cHZ/I9RHMRoBnOLJlaXeertq+bw3sypVp3PpnCWgVphHpguC+fVzEJZjHwitqVlqm/6OTX7sAcd5Tw1HdNc30HvolrzF+ZVPDJfusXS1CRhRjMB+nC+7DFAP2G7DMJb06GIW5E3dcCY2Df3byvabPm6da7rhzrsQw2fOKscxs3UR1BHLEWZR6Me4qL7iKgUdtq1ZNRL2RZutDgBkYoiQO/hob7zxelFd+WzxUWDtXndu8Aulzes9DrhTkGk1nV7Eb/eDfD4G1BLAwQUAAIACABPS2dKUYU2pL49AABoowAAFwAAAHVuaXZlcnNhbC91bml2ZXJzYWwucG5n7X0JUJNJ164LIAIujKJEWVQcGUV2kZ2AC8yIAyoigwQQI6Cyk0AIYRHcUDFxRseAEoI6iAuLCCSEQEDARA0kuCBLIAEiBAkQ9gBZuIkz3z+yyD9Tdavuf+/FKrHw7ff006dPn/Oc7n67rxxyclihsEFh0aJFK376cd+RRYtkLRYtWhomLyf5n+q7cr9I/lkMOeKwZ1EuTe2z5BcZf7uf7RYtykcpCn1kJb8vD/3RHbJo0coq6d/FlJBHpxYtui/6aZ/d0SivvlZeHtTNHSgW/yxeLFy8NTZx+XfsNe/9ybccms/tW2toe3/twetHTGz3XE2UUVx+4dBLmQmfQNuNifd1qxctVr764/bCxOFBCxbvbCTMn5ZO8Kutd+eWOoWHs/ip7gFjpC4TSCun7GNNS4FHjKjXH8iwnhIOEznpiP4uAQUozg8xOXFusZzqrB8JTw3qwqmvDLSooLjW92Ll9Qq7ZYlKBhWLls76YXA14dUuRsPPdRPvseKjr7b/7j+3xHalfTiAN1/ImxLzQpcBD9zvNcuJm1NiKHzpr2FM9vdctP6umrM1c5SoqOhU2keG053jhtZYWgT95Dd3lT4rJIVQWyfCf3re/ER36Vz4TeRkMG4pH4D8FgiRHtNlXLWtW6OUYx3VOsWpRwFHwTNktgVvWA1VsJB94uZnWwc3xSab+PAtZ8rkALq/g9qM1O0ldvK1bQaXW35Hl6fvSMylx40VEEf5MNIw5sxeulkDmM4bpGiWP651K5+sR2dqqPDjrbyAI/dW9VmXj0/co+LSQ8FMZsQ1sDuQUhjvjyrAUL5Hwp7a6wHzzjzGThpOb42aUd333UICVkBoDRGSQ0pX25eOFeW1tsJYsaasAQwyb0v3ZBVQWOUp8065+yWWFz8lgA0WaKdHdZztL+CT+GWtewrM8OAlxSEx7I2mESnW3cmUwJi8KtY4TGglaLyeX8aK9AFASUO/55Wa47zsON8jGyDMz3T42Yd+MxRgrQRVtGhot5fZlhc3+jRkT6HGsmh01yMFi4YX3hfSlPW8HHNQK7RR5kww5+qdfd2ImjR0idNLkeZibyubBsstbJbuwZo0Vub5qnXhfsggVoqjZkgeexfqEn2mFeASrsliDgvlj5zkuAqtl9DdSjtUTIkvOywrb0Uue+k7yItsMoqB0xHM4Uo6g/Z2d7D6kUJPrzC4zJaQWK5HCJncR6YfT3of97GyqTffU+GX/XVF+uPXbujHaXDqI6PFr7HC17X0LcVI7EsWg29UjaQ2R7DpjYCmnjUR3sgAoj34oMzTINPP4Q6fww8qngq5q430hWdzBX5w0iAfFTfyQF/NpUUcL2qIL/skPIks7tsdkvxUPlGnfypKqRocUAYpsA6+DURRXBGBZPBj64fswTUN1yjwuyETKckCnVxWP684+K62OBA1HDusFh2ormABXj9BIoDTwdi9tyHV5uqCY8vQ0RoGvMilLlomJ6fb6i8butdB9bxLNOx+vCCnHF54Y0dija8BTsmO/XxddCGaZj+uDNYqPf3iAGgdBHcuXKc7sOE6/HhKE/LexfTDyTX5nkMJR5Wh+0+v5+0HFJ1hKYuLBPcu3lE+8rLzsEBeuGV1MgQF9IhSRRcZ7NIToOMn0OuXvFctb9kMQBfBm4Oq6SdBas6gj2eJStqo1Cx1Lkng510HoKhzlNt9WyIVd6PtEKB1EWc46uiXYai4KTyFNmS4gQ+xWnd8QJWjGo+inLVkPQpLDkK/ZIHtfEQpyRYvi31/LEvLstZg2yTlc+FOyy08Mpo1GIbeaW41sb2QV0MTm4ItadsFQyLHZgO8HG2msfgs9TxPk1+25UQSr3F/feS+otCtS5LGWnMZiWR5lY/68ahzxrn40qVslvJ9Mh2XSIssWwfK5lxlUDUY3x92lcVQPW8P8uW3MpxqcHsLMP4yCWETRqrXQx9dPNdnDWwgtnUMyWfcZm+pCdQcL1BS8Ygq0e9uueMPuKGxRtINuKnHzrE9FweM4pjIMyxqo8chy0kRS8My31YZVW+GHS+4eJt7I0/2N91bIDkMlR8RRMz1qGvsWYt6WZzTCbFFpJ+GaAyLnwkioWT6x5Bfle+dTaPn0zfr7rzOZbz+DFyBjom5e1d/uq8KlyuRoL5htOR6Z3/OulOFq344LgbAgmUOGD4sK7QWa/hUDWV2r7ATZl808LDzZyzfAF5V9skEEYje564CZY61WylD9fa+WheDc/4UHG//o2pR0rnCMrVS2dTB4WKv3qsg1LVDAbEbw0Rj7ybG+J3ICpcudxaQq46hQkKwNqydeudpo4hf9LyZ8duXSlwbonefbaPG00H/Fn2qOmbQLFD/czDq3iiS5qvejIjXg53BU7wRPHonG9hDVHLGn43+oRuk/9tO4LPTE1arhzWjV54hHmJ4BETFt1NN0nMETZ1nZ7iDG4ahv2YYr9y65ybu/PO+O6D+W2ctqztKdP84DQywLDvpcOxCOnXNNXMGXWI5WtnuvO7kCq3K5BTOBzB1raDRUMWu4ePl4ey9r3APIPCVhwvkzcDafoor2f5h8Xj0c4fxpsq63bvJhXwhaNmVy4k0F85nZSg5LJd10zgS6jUZayEZ1Z1gbTGTqY231mCcrAxfFgH6yDx+3zPvYnoOM4g5NjTYdZLFziurryDY+deURX6wOf25kXMDxzajaSEDCGxhIyWHe6ZyZpQqLZXTWwfF8ckBxPsnTRuMCkFymsqBko7BbcyufbsnWX7Tbd5bAKSw9Xjf8zHeKC1vdNmDbNaD4Q9g4taWqxncDxkFZav8EfCwC3fzIcaJ5fIyYNKY192+kjBMsXio6kpHySAPnEjDGe8ydkZlGHclHSoAINlJaB59RAMThuwTQRmOjWhLC4YjzcOaHfZundyY7C3qIhMyrgIqGg9ANUQlYzdC+xGBeZJK6yA/WjLN+J2C33NZBcO/oWCQ8tKfD4nqsdNcUwrFFp1hXJkcy8tb326HwNYUl8ZaQARtv8pt1/OI65k0goLit0yGc44pOjY7/swea+5UTsuFwXWB1hbBeeqQsUa9UdtH8hYPdlOd7b2xjh9Ola0pKAP6XrhDRWdRGsfs9vTFAtEat7EfNV74EFtj8flxhBghUfZRVk2BDbZzIpdujXygHqLGGCpls6jOF70bPn0nt0Pafbs1wIM8nOB53+lA4kYGuKCvEEmBIuIZsdhm5lmAz9iQyDgEIVQXvAAKNBrC0i53IanBiJXuHzd3ecWVCA15gOgrAlba8K5f+JmC36Y1+ZGJJDpDs0bL3u9I1OO7swTZ/tatUw0I1kgptrYzbiaBychbbMeZ6hsv2X00MZdLdN5xvXiKNybyPlMblE+ewb9uLrbLyhjuSWSmapxIhShDzxoBTMmhVTM4VcMKeQtZTCJNx3hT94eU/mhwuFhjJnEBLJU8VyQYwe4bagjnYkuw1nMZLnVnHLTn5FJVG1dD91hZdRBJx9uFOY2Gs0sAmculIJzmIGuL5S6Zbuq+EBVVfWxn9vE53lWS/wevBmY3zkUpW4Yz9WPPcDxWqM5Jd0+cWproZJeXcXdu4irR3GYNjcFXOiuQrQcAs5teR5FqZXv3qTllR0lkJ112CKx/QH9y2eKJ1qz3kwNtJS+vhRrNya5LF9tpV1dpacAzX+R7bAfPrmJS9QsjxczJzpVCbOuWDw4k5USPuI8ecoiYBTHh1xX/QK9aebvMInV8Z1dhqynVXFbGzfk0l++Ksnmq0fMI+fWrh860vdbGtliLRt4T/dPhfhxH2aO2sh2ETelrOgibBaCtEo08HDz1FsABOk+P4627Bzr14+ESxk7/KVLyztG271WSOJeikK9GlkugGMtqn69NIYo0AfxywTS/cydBU9i2rENd5dBiFbNfEqQvKP3nBdWpxz7T8csvJUmFn3i6JDVuswSMggVgRgt/MHmmEloMkuKWwWxwOQN+c86Y3DMjzzgn7yAtgNtx47NKJFTB4eKDmVq8taFRwQyUu2RHxpJEp+uPCw19KwDgztvTlWl74YG0gIfKqxEFS4uLDyoPz1T4gRWBsmp6boslrbPLIh9tTjFqS84Pp07vsE2VhyUFEnIUTkVfVMdUHm7/YabJZMrhlqxEPz2n8Ehi1OAdQQcBoeRfCL7TW766/ZGkQMUxWaOySqRT+6PQWzO7/shSj8WXqa4SBdrWPTb8ffdDJTNwdssME08K/Y+GvXwcskKPmr2ZaV6PE3LOVXVKGr5D6rUObHSRSzM8FjyjI/aZSQs8c004mPfsgYvZDjXfmd70Q8WxivZwab+vhp49mHl9+1Kaqg5+Rsu3qEkLND6xfejW+Ha7mgpy5oA8dPaETlsoQaIZBXkLk4fvyLcW+yf/7jGjI5SR0gKBrpve6/R2r0UqOPwjs3mzYDYLZvO/w2z8kxWEA5eBLdaT3Q+IDWX9EaasPHhtQCSfieC5xlIMi9jXwNfBYyYO83UCpNoAgt0vc4nPip9yvXiHciE7rKaSZh6o8E38CeYnUwj0jhfLNNX0PgXanVYj5g3qzGO7qsDE1Cml3EHfHkpvdzK3Ot+fpIHoza8xAOsdnccQQ++BqgvVdUIDH0XlNFgWrVUOJxPGS9Lns8tc7QNhWy/vCM1Z3JVPiXhjzdjjZMfZ7koURsh+U40VnVrf4UODZVfKXh183eVsNVhNeI+1Fj/OSi+Z2De+lwLvXbFzr0RMvutTgte3+z1j27YwHc7RtpZFg2kMG99ecwphpbksJuuoeKhB5dsWhUb92FJJUDHTtrXi45wBWGta7GYJw7v1xltcMo/JUx22Bre3KJxaWg0J4X8YTGVbrQ1XsHDOEfvm6X97FOhtRKWUSYxh8UkUwzoC6YIaxt1wqYOfHdVHiOYZGL5s5QL+o4rH0tdqasLehAVfTEuk1ViHEgy/7Y3awt8mpSJc224tym8I8usyHzNDLZfoIxXRFg6exxrR1+xrWp4uocgllQXrW9INKfDAV9u7a5iKaID2PA1bcy2lyF8WuXw1gukVmZvDtvr+01qoH+8iNZn6bWcI2rbOMICuECibZB3CTSMEW9JcpB1tzt83lf/thmXEbz1JZqqoWnfXXJCogXmVdlf/2+M41EvoA90va7/KYpX61Ee6zlnubuTTedymmV5XaA66YEkiDV0wGWz5n5DgEmrUmDyIBczQl0Ebd1JnU3epWHB6TKtmRFHCcFzqXs82l6aldwA05zrzqjKzMfO/HVP9zIGdz0YTw0YSacQwoPewu988A80cFBY45S1tl2bMwIvznFDGsu8IU3lZ88Sntuj7ax3CHy15sAwT5pX67GYS9/E8fvRLaSNIXepyyyvF6fN40wTulSNqr3vtOI99tJUbXObz8KP7tiM/6clgsi5g9oGc53Gtf5bMlcFQLn0pOY/BNqzJNPuNuBaqsSbyuzDr+YLHnyXXQYMv/jOZqlDmun8mcwNUQ+GLlv4715glh0HZTHbXr+3Lp2gwWhG8MkQ5yvrVMkkf7mej1DnR6Lx5bLM4Zl/HOlpOxb1FYbew2HAx9dnwrbBcRNN81f7lcuyX76K3vm06W19J0ygydsDO1582hknueu4JAl75VBu1Ms9a5jqYHrO/8TM3ej6CVJz+w8tf1Z5UaKGsjALrAJT+AOF8lQxqpUzQ2y4Dhe39JEH/Rr3eZDASzDeJm69b2A4GMLbSFoOY4bssq4ONAMqOT2mUh9/WV4r21bBtEt6Bno8vtB15kQSXkKCux+cWJC1I+t8h6ZVnGp/BEo/1X9FOj3rN93z0clX8eNXdYSSQH1tEZT8H58HW9+x+Yz4PwzuceFsZOfyrg0aT1EnoT5B4JEGks/XoB9f0PWoQVJ68kffwnYZejdiRt2XvX/aV9kfkEQk7z6714ZDyxuGgfm7JvGM118y398EZO87Qzi2Lks/p76kIEPYAdtiMt50nSoZ9PO+MfaOgEYxqBUUykJKIbLKjKTP9pgzmjruC0zZXU/LM9T1b1YH6vCWCRFqKCIIVtNTqvWysB+iHoCr049Y1hFhuZNPHYQIktyhP3hF8kBgoGhro9M1/EA6HJ18hNDcWt47VI/GeWRdvXEZqBWvT7nmSckGgdRyC1dhujlG3J9MLREorqD8L7w9z6tvt8Uuznnc643m6qN/VeL+skWhP3fbugy9enzAmx5+eQTFkMLF7s/fa+V+A9HU2K58m95PHkZh05d6icwPtlzVJy0eaO3WfJXv+FhI3fDdEL4C4l+GrvMQ+SRX9cnwcAcLHFqHfUdLCMMWlFzHcDAjXrAPHCNMPAbu/NPs4Sm0HZ/mrMYZSjldspLwjF0K8+42uM86gKVZh7gh4zIcMCWBxw+TuxbFF9bTbn9fPOXUjcWpFYa9b8DillWjiFi2QdJ5ev9arPzp5UZjoN966g/Yvt7R48N4F6k8hCejNJ2uIMatqxgVGUclcHP9NIASP8JWgGpLfGCK4esgUGUvQMkaGwUlUtodcnuG2PTXroLjjurB7ZKHhtp58G7RqeYx+HaGoPh3zt5GXzTDyR9cdu0hF66D2m4qFSCw+I5yFOGT/bH2D96UHyjE42+d9Hcmt15VHcjhnLe0Y47iqAtlU6iqx+7IEautNiholGt81qRGkeeBDpCt5UO98fadh0aFIawfLh7EvwtICFA941N5ml1E4vhrg+dh19RYY5ONefU+WQseW4muY36gZxmJSDPDNOlVyBJhySiZa94MHyoPk1jm5hoZPpDGQYO9nxbx0L9JRa3I2yw0yYSSO1bxUqGTBoH0cNbf/cUd3NiJt+beHW8mjU2KPN3IYqvPWENer6AAKTPAM4zu6pe1aKybI4dNkVXxHJyvIoXO7HSeIooyPlwQ4vDrxAAMriAzEoZl5wNLTBCpEZDSeoh2ZjFN/nk+EiI5MxoK70LAJ45p5GLDNFoIl/sYKC8ZlmaLQ57E/1N3jt4Pi2pwR3rVj4WOdiF80BO9Gx37qw6tTttv5g/BlI3ET4ns/VxrFXM8wIrHH2ZbkInVMn+8A1cB4CXPsyPgjZ5knfZkTyr/1Cwz+IGoNhPvvmIe2r7/eUpbKL9PsLFFQPpnLKjDKfb/nnfzEllIPUosluTqYOra8h8p/nWxgUFnemfVUHxhhFRwwwUuBAWzskxptRLFcs5Mtk77dl/s7G69vGM6F3cVVFKq/nxxvMEnmFg0UlF3uHjqf2hF536vve5EgsZ6onT8F8P82W5l02OJ3dLFKSs48NPYEzpY8IUnfR/Lm8cLSJMFe5VBC03yTEn6Kp9JQCo9sp+YjUAuQFiAtQFqAtADpfxikdHhXapMRgPNgyY66/CWDar/OP1Mz8Ommc3/c5HtsZPL+g5lLdhg4ynYQNqdrzUsg7yTkxXTqEP2xsZG3A8lwCW7oI1sr7WrIXpybdCnvjJU7lDyBWjHHEq1tyD9YrQvjjbBijt2ao8DgP1qC/YXs4ROGJdBnFcrAL55zLurP2ZUBCTNevQpVDJsMsdE5MEeBKEkBCfp5l55P6uxk5zwrprf4z16kZfyDRdoWS5EpVuX7OQpY/ZN1TpXbg8d+afHvN56+jugt6nGDsabEfBjdarimFp+33q1tgoONv7f7cFb8FD8eKICN0+PFw8RVcQPniZc1ok/zx/DlsfyKpasOCtQ5DSR2GrvFml8jatHqXguNvmE80ziDNyVaeme5tVGA4sH+19rYg63evDg+MWuFCWp5IGvgkmnvfblKGrxK0gK/rsW02eRWuuUvSzvGvvRQwsFGgKUZavlSXmXESVjWMwjtmUvd41R46KxKz25KtPDmuG7y+iju1I+feCTo8+RFo29ARr8ToWJ7wQ71Tpssjm2SML0aq2dzzYFW+0Of2pYK43WSEL35lAtpCOblXV5kkqslGqUSThZ9/40XNz3pdfsyAvBMWEF8W525flH8yFsHx1ZFJ33NNEn6arzq7GxSO3JtomYtDxb9g+01ZwBQWz4tNrD0D+/xqImB/OfkRKfamvN3ZqdBHa/jVKK6Uv1XMmEwkctH1PKz5QMX9W815ymJ+juClkurOv2NqlTMRoZGTcs+/xwJ7YfH03wX9XRyI6G3bSZaX440mdNHN0HiS4DTGpewfuMr8k1Jho6HSdcbamHC2InRKk3xQBdHmmPnAFFUhppAnAxv7ssOAZuHbWTE4cT8e1hWJAPfygwyEfTDygW/ZW8TbN7Hi6JYRg7+1m9KGryur/DTKpHVnio8aTTHFNxhmYtX+g6NLuLunEqmsnFjnh/jcFa3R2MGeeDIYI0Sp9LLjykcK/rbSOjxouFzfrOnSx/b+feWIGoDvAqIfCbCe0Q0ULWq3MBVJilsguvFL1n/c7kYDiKl+0/wisVaKKtwCGZ8uM5t43u9kCnkubCJiO5oAbIdxyDm+NGBU0LH/nL55caLTyhe1YwXDq6/HgL0pm2Mj5/8nOUdflpZDRc6dBMr/JQDg4E0hlvG6oON99RK82J9Qs8ym4GEDwTcZDUiVcGSI28pi7mTusx4tv+X7vX6lHzIIJEmv4QBU7TxeBYlSZQaQiAt0n2xEOB423l94c5I1/Q1UHLYy9y6iEUlYv4QqJnFVnvu7Wwz8elaf5VpafuKxwMhBK1IwNnc87RGQhPJRvTZmbflWTJv3T5cxq6u0+gi8w76WAEuwLjral2hKGbCn1HUtKc+0r3FPsZa0FtgSjxg/CI4+QrfSAWqYLG5Tn6mYZ9oO7WUcgmubIGzHZbOV1y79LJc64/kZ0Yk5AoL9M3CVgz33GBahjHyDOH9SB2SBg4I7R29re+NCjXbOKl7niavy7DiZhTI3lEOz/V+ovECHJNTRcERjcUg5BlLC/buleowotMFDJW7zxbA/qifCuwUsssOSr25/C7jWT7NrKkiv92TUdtUWTNajNMqKON1Gep7lkPrmpCPy1hd9zIgLESEhgc6tsGDFCO6d1nDwrI7kKjNoFai7TjhphwS5lZQVqeDzdCv69Upx+oA7Z8nyyw8zgH0L4YsPsuYADRY+2tzjJSuY0iVtMEqJ33PhhtWN+ZwEoEZDZHHclmwguve/a9Kb6tjgrLOWHa5MB8MN5aolXiVxogUvcf3WHxKbsuTtDzU/pkqS9lI7zytE3G2n2EO/6GuRcGCj2kIR/tfSEdHoWhml820JV58zZLaG7McuZORpDrTk3UAzliXaflEl++o7khyOT5vXcwY8y1gmEJtoMObJo26k9v0I0+R3UqtyrZ0lwY5cCYz+/MDoIBoP2DMGfOQC9WVtPwqJ0sLE61VJ2c7B7WNUFxGqGgx0NDGZiCrLN5fKDoeCSXnF/HXBemDWeuhGh7nXXL5BVhRoDQGlFGRtHVqOIP8slvWcRqWVowG0rn8i/d5sTyEc/TnyY8IKBlZN5qmXElumHTpcIajaJGt8lf+7NV9s3u1uWJ7e+vQzbdodsfNdw28102RjnrAQ1me+pGXc8v1Bn329e1uDv7wZJXWWTxx5RLnFcKPmhaFManRLfaKuxmCUPvVG174EzFRrxExRehS/ZB4biYXL4sJ8+oLgCOCGs7I3MpK505OKn+nKKEJq0/7zd7YX5jgIhmI5c20WumU3vr2U0LA4pPCGMBZXNtz2QxqfB7Q3Rrpo9MduLlziJ7DZ4LSPSxpsZYWIXcFtyaz8xD9NHJEHcDnBMOEoGShFQjqH0sOowruxya93W7HuTccjH0Xx+jDbBzAsYVCDjC+EHyve/Tifa+SXGX4otkBrO3DJn2vOyQlXY8bAKB3fA7siH1jsf6n5LBVQOFAbSn1nF6cBrZCHcjiq4OP/1givPFHZGvnYHVfbnzcaeY4/K7gw+TOPE3L7fSmpkYmqiC2GV5Tb5P8Q0+hcMJC5jo7CV2cl1fQ0geAZO+tK45TPMAXNeVqUt5G/oaDIAcK3F4BKBMSp00cyd+0s2/j7S+h68Rsk0lb8wlA9ExIf8Eyv/c5CcwaeWj6u806KRdq2zWruNzuZ+r1BLK5ihm/k6sld8saZR45orBJIHfDdbTwAaSNfOhidV/yRFtkOYE1zfscl9TTAUCAZG9rNr43lilVhLxcpufJBVPCWsWlelLaMTDHvHLxI1oR7XGFt/Cld9qoFwa2uc4KigyJqtp4QHNVJTXu2pEvoRU9O7RyZKLIGm4J44ewRLVj6Yh+TUEj5YDmmkqajY+EIhoPV8yxUhd2GBOA8UjAl3bqVtKmBFtHD3Z/7uTGJlJ6FrlJKMrvuwvOtgWH1Ghv498VXP+qNsKKtI1tgHiQrNRpZ+0hHTQwY6fox7QrGt18EW5sxzkBS/EDwgpgUyXxX7ugNj1VM72HkByIzsDIe2dFi5uWFlrFsRKqIYs53+mXSHvR/4xYN5D2YGrGRkfIRjPTCmPxuIJwUHMq/5kxIFL6KYik/H9Tl81DSK2krnE2SlKXJMr2SBhEfvpN6WB+umb2fLmZaamxl+zREyQFCac0JkYRL2pjY4xEMVslvOldVH/ljgcQtYBOsqhT/NV3ASeUlg7v30X7UfZohpusRO2EVnS5sPOo1/fSzXZt4/Qq1Sl4KJCAnWYaG1aMKOyrkaQ0Bv6yEoKq+cfQji+75jgbNmaChzTNphNlpaUQe2PaAUkN/rJGdM63ppitq1ZDHp9TqHH/e7MHABxRL/oU9/VnDAmOG1KMb4cd25GxxFrnBnzl82+s4trSDapBkkKQY19tG1KYMeJrAFQzHUkGlz7fZqgRpb01mV+aOs9KcFB+zTAdWC4Q88vLERKyApuSdHW7xwrVlBpbKxzbUAM1yiDNs2iIv7hxagI7RRC8RcUVSnqB09XysCv7aBvSbZMGY1AVRSnJcBneHmSTOtKi+rRgRt/jAcW6LUmeadLdiV15FR/B1u8dervXpik4zUGWu9OA1eGXdjxzlarZpTnK6DXB8FjQjII4SV6H37IJ/bRCqDL3XlLpNlLz+KROJdcTTyWJdG3guB+u6AknXKd8umKEkhzNQ/kG1fWEWGHuXFGaJn6FyW93jHGBkeXUm2xBY+y0L708/iOqrURnQMICT/Gr1zj32ky+RZEGRFecY07yf5dkAd1L138DcMaWbqEkjhMCWA7a+uuLT6rtvbCHdPTEbQUhX5Jz9Vvz4PT+9suaTIFI+u2KA+aJxO1sJKUG5fQQWt7oT9+DW57gKItR/iFurABbttx7S9KViu/FyRh/fYqbzJ6wnYNZ+iop95YMql6juBbHCQcp3ms7Lg831gPQsT0u2GYrzzmzXknCq6cCtc8A2FGHdCpT5L1O+vuONjSQxoruZtSjFWqOJIxFWaw9pXe+LoeS9ic291RMvO/H2F6br3l5gu5StIIFW7QELKEiOnGkGF6F/Iktz67wRhEK5NzCSHchQSmg43lx3EaWXgDPrThdX6yOF7VK8sOL5vhKrPsSQ46hv6wG/NOvdwfEODxYnk3p7Vn7DaW2HZE4pu7kc9+LrdZW71u9wednRWP2pPI+XF6Ue3AMpbOvpO95imnk8/11axb7yWCVe6rL2ZwgvEfvp+S8Yqea+uC82FBqmnJKQYmiShLF0Yw5adEVPa89SXRELqXyu0HL0pVtc1nGxrksr34NokmDfizqxvO+ymQDY3ErE2Jc+UHe3OMZAK8JKfTMDGsKv3yG8Rmn8h0BJJtbtIQikxLWSwE5z7nN2qA0wVEOYwhDbIdf+C3/wfO+RlB/bqClRQNxJ1o/wLu83D/Zm/TBWhzXveYhY5myLuwaOYYSt2W0SM4TyQ12y4hd/TZI3zNEUUHAtD/pbj2/TespQ+2TinnvaxnUNwy9grHvhmN5VQB0ETrH4Zf3XgqsyveNmTilqI7Jy5Vpqpp23CFuHSKJ2ddd04Q6muBik3waMMSzdPimQSlDcfwuEF39ha/gQvcotUarMHDxZ9KJ57Eph2qamNcg6iByRLObTI6yHw7egD2oTimOSRX8uBgNdk04loB7WuAeAkSdMK4UhWqwwsoYkXESTlLQfrfp45N0ao5wuuKGNxbvq2uy2foodke0zM0gBz8EqjZqqnYdad+iAiU7donyBZzn6UH/Cya6r0CX0vvG0ZrHPuyhrQu2ly9UsmPEUNu0kRGiF3qGnHAQqDw2nPjoZ9nce0t8jDQcdetK++iMSqd5Wmk//q6S1ol83rnyTYRtgdJadsrJmI0bE8AXsIPq3mGtnQIIDl3gIN9E3jf+PrFmHKH4C7skTI2rnm7ImfQ3ZA2lgJFgm87JDUsMKKH4HaudGIgWMtbHXEMr/8QzJeCqi5g/bdLPN1L8uzs/X5Ay3V2CJMzfQ/lmgWsCN8e218vrEoaKeUd9sO6bvhNetvl3LZcEDZXTPpx7N4yD90r4ygpWDe7YKCi4czo9SmGdyyhwuHVqpYoqccnc0VM63URZ+UitTGFEutt2PteQSNMw/NX86IneedyxmmVG+MiOugf/nWO3PrkF8qiicb4QEWnb2e2a4SCJnXeaBmpr3vQKdQr6wXzDrwsGSuLXVrg0agIlzjz60w9dhxarFL9TqAZbaXDxsUHWqF6iML1mE3iX7qwM5tUGSeyLEk9wYKwJGiwyn0HFbzAwyEqISqaAPevOuGV5zsYV1HbANNV8pyTw6zyx9dv8EulUG9bdlWIXkuzqPz0D7zQJ3e9+de/hL3BOpWfJzjnfmCmXu8st7BcJ23D7aqcqHO72c723aBqp26AEOny745AkTucWLknl7PjmiuuZ3I5n0lKPvpqkHk2ZMT9w9fnay/eX7AjNnI++zClq1qa7/9dFndBxhI81+cO+fHkreA8UvW/liZi8PubAJdPxY0vl5ExXozqjDlLAlhpsD+95Fv0ZS5DSiVTiMo2oE7ApEV8geXmbyWrUYFQ2a+z7b68DBCuaMvkk/nL8thX4Cw2VgsyEqGxFi4uplQdnDcDdoR7FPqZZBgc3RZsqVUusWOIZWmuyW47P2mmn27I6vPX6DaqoN27l3LPRCfcknuEiSDLMJeS1qe56zZMc15nbCgxuLLfwHn3i1hdD91zazmlVBPZ1r41UsJxJHlWbbXd3CyWtwA9b+6+wGfoVNb76ieX45qNSL9Ht5zf6cdaXLhkQ2rOhtNXH6+D8SEj055IbLq9ezzXNn0iL+GGHJBLnYtcbXTvJPyUnsfbrs+Zjnv85389pVdrdwKvqyeQe67/kTaDu3sMWal+d7jKr/pzalySp81T6Zzz54nezSbT8yZ44KPDrkFZh/nepuXnC4v96dtavyrQAckyYXHRy+vEENT5/fsulYDG385CuU/z17E+eMGlB6XkqeCt6Ne0AAdW/S80dA6e3h+Y+aPzxquF0uJf/hvstf/2fZ1+cdQ9X7WlevwN/2gdqaeB/1x5L/5f0X3TI0+Gq/TvFGj/Ng2STSjRbUdPmjpD/rj29aSpAcI7q9BwQ8i8Vu2AoC4byP8JQegFQEi+Wx3gJk/EnUZ68CKLLpnIECKPzyakP8otnaEDyQ/9Lpxa41U3cWxXbfek9xWbMcDPnnF1exvtcJ6LFbGcv9aBNWt3CrPjJrNaGcvGop3B7t1qAtj8DrtP9oeZSsJ8+5cA9RuGe2mnoQOgv9TjUTeDwZX1+6/0vpEka7G9FR3wuaTsaOjuk/lW8KVJWwYKiZB6r+qt0WiI7yqvhapagSvTi6xcK/uoE9qWb1sCB144NFzGVsxns7k1/dWYk9OypvabP3Y9pYC67Qqdziy/Lt5zvz9NYkzmsoXTM+ZglRHWJNJ9Zhrr3i6Ei5DA8BEsQOdjqdURd88hI3tRknr6QyHHMqa2HaX+ZKyhJdR+1Cql3EX1ATduVYCDFM6ZkcREVW0V5E60wN+/+CzVlhTZC7t6fIXV31ZsHkGeJ05dn0/z/Y60SVf2j2Badju95HNdD+bqg8b80Z79f4NCVx+qmL1AO/7X8/5fNnpprDf2vZxKDCfE7Zk33GD06/QydBMC/FGKcbWWxTKd7Olz4v/UT6Zyc6CfTT8ypUPqXgxMgsavzKnPZ1d/eZta4Yp77r2fSTDrVlT58zLreWTStzXL/TkiTkg6K9kLBYvrSSvq/9OJPOPCn6T1ZcdPafP7fCQm89LsD54QsZvoqE/3cVyLmTjn/8+xLkl0/XOrqPOoCnEbpXvw7If/N2PmHMbYHznySNflYc5r/PfHvhNz16Xxr/ovd9EOwaMZ/w/1WRv+fUfElnf+2Z/nnQmqfDXWrZWcYzzib6l8Gtv/b3UlTxrBrXnQ9jZ9mMn7Re/yip4w3iXdsRTBC79XOnpabgFPJKvu+Mc/QlrDsgucSoFz/uS/pW07LivJwdNAF8oTz2hkMKoFReZ1fxovdk2u5OryJAMdHBvcTy9n5enMP6OaKoHYyrFzQivHE7DGw626R6zDUQEVIDQj6TaZXbNI6Xq4oicx5PHHbKnEFzcnSEpBS92XBgTT6Oxw5qIFJdHmx/R99mT36/8CX2fm8oXIRo7x1Ip0oB1hPrvGY57vhG1f8tnySZrMcxLsNMZ+0NF8/M/DrmG/joFFTcgak/4ZbXSr8aI21/bfbfKoDIF0OY5NTwub74PnVPn0pMyJfN2Qfm0eDp+6vX5C2IG1B2oK0BWn/R6RB+rq+fCgp/RraeuiVlinL2Xr06KXbhm7H54lHttvclCWhvkES93mkuxnDV7TTi5dbePNLGnxPAyCZ832vnQraL6EuoJIrocMvlmnGKGcieGWme6kpOjnzbEffdPOplPngCVcwksTXT8O9wXK+GHVfRXpG2I27USG0KACR311j9TwXdnAe8WtypOIFLdVOTpv9u5QjROBv74ew3Xbyz7Zv+RQj3Rl6zdmbb+I9H5VI/dH+ryYb28R0v3XQLJv4MDqm3nCF2uHSGHvdc95I7i2dQc68K2/Grrr8kRWGicpz0jx4C37LsyFlvv5xkmI0Dk4G4OdZOdi0pkzaboApOdlj3t6OXpC2IG1B2oK0BWn/n0jbV/cZwdwgrAIK9166aLjGbZ6DugzCdrM/SDJhC9d52Ab0jd1B6abKsPkC5Rp/Y6efZY9muMyzHdE2S616lyRhXoC0AGkB0gKkBUgLkBYgLUBagLQAaQHSAqQFSAuQFiAtQFqAtABpAdICpAVIC5AWIC1AWoC0AGkB0gKkBUgLkBYgLUBagLQAaQHSAqQFSAuQFiAtQFqAtABpAdICpAVIC5D+Z0GSXqNRPZjs4rJYxQy/ZFBtc/eHlCPyRqHJ+Utmfi1m8l93rKTfvaiaJ5Hs89cdK3T9r65m2TSjDr82He+JN/1N/liMwcOwA5KmNSlUQ/ZYmZ5CXMxwqUsl39zvnzbVOMdNJEojfx3tApjjkpQvZ3ms6WhX5jtN1frvvzJHAfo/uKYk8KJvqco6fqogeVah6I1zH8/4X+d3LB8cSEJkTXUV3K+eXSD5rxMzjOZ4+cuJKNrVVVq4SiOmwjVBTSx5VqGyFf/ghpiy9/HD7odPzi5ANp5XcxXWQPEgCkaqn0s1kh/2UsWPKJTMq3hU6bu2xpxbhrMbGPuPbrexnsyOfvTAYpaCKl79g+tpOn5126BG/N1odhUZqH9wN07jEwes66qIow6zW9c0v9U8zhgWsKbE/WzNqfF+lLgbFRkCp3pErrIaqKiPpYS9HHwZRh5EptlbRj7dPvvUfrcVOyGPAmoykNYPXz3uEEgvJfnJ3TUtPvkMG1VWFlDKzCwouXmeFhLL9SBK7xxxWx/IjOS8HCSHseq1ZTg5gNnaSpIjjRXlefZtI0ISq1896WjB9d8spp02bzGMuLLiKiVt6ljsRzRWDUqaEvE0d3wKfHmdbVNkRgFN7dWcrNMjoQj9IUJySC9psj6P9KkEO1HjH7nKeqSulo9gDqc/6LLoGgP5E69YD1av0f8gXoMdr752trzUuyP6cg+A706cIg1jeKXd0VnMvMvJI8XXc8BwrgerhNhnRR/9gNCOimzAsRvjQGkI7415044oq6uyDTxO/Oj2neaariBPjvQUZT+5tQ1Nd/w/UNmkvjLDwU8ZkA9rzZFEyvlAc4cLzkA+BAhbE65uzI/lt/J/4+7/cQMQdUiXJHEubkwhvCYmFxLHTmp2qACYxPcFeCOG+Y8CZG73kZKoXqIeN02lx2AQSJtMHm0Wfae3xSow4YwwlmvD8P9DnWGOD2PkVxPI5hc6HZuII04DYFiQJXJY09jjkmfuLNBH4AMvlmWtmDhuRnB9enhvDRhl2c9ODzGHh9fBexO82KO4gbRwuMxe5bMvsRQZTP5NiHediuX47fYjjAjYm/zi4NwrhYsK6vUjje2LAVPBL04Qd+7pK87rYCk74QXZspl90e33+gaut4USqoZV8qJeMp8VXrc+tRWxMWxl0LLBIMp3nBYr7x3d2Y3L42pygyi/IrKjkIdNp93xuXs1lhB+vekID9z8JIDHIJInOkjMJ1X5aEWLm9hH9V4diEADgF3TZOZbQf9WSwvuHQeE+fhQXJKtgbhsZYbWokCirtazYB+/C2jqYO1emWRua2oQp//eMs5mrSZGEkMxy4PyrrIuh2059pMva3RHZKJmQQAj7IM1iTZ4MlvwlStOIAZtYhIHNywlOKq9vz3q2NJVVAvvFfweXL9Dbz1023nasRbweVqjIT5uijyqvrb9OMMkqgbDseBYD/KIvON1hJWi23Yc0glonw9rFJ9Yvde+2dA3hN0IbrIgQUpdra8Eqz9gm/EMC1y90U+nnTSeFrDJi2w1LAjPjddvfeJWz8vX5/dVOzbiz4bVdCbS7kuvXdHHWf6wpK4Y9MqdsTpXt9vq1L66iYq3OnAP52hX55ZUdqP6+GTFMpvQkQlsswEe+b6ziP5TTw7zq1qEUabDl3m9AgyUa5M3aT22IZgjHdJNPlkZBZu6k9HZmtGadHlzdpkNaiLjjq5QD5iznUylo9uHhqwt2Jy+zs+HGzoRUD2uWohJndekOjCE9xYADODxm3LjGQgo0+9TC8Ns7BevfnWM9KISmPfkO/SXe4L1NvYHWcs9SS82puTrc2o+tjeaFjEtnNDYsbT7Xj0vpx3wZcMn0DNNo4+KSA2CSFzNCKksAMu75i3scPfhUNdBc+Mfe6+bxFFphL24gVN6wK5MrvJJHH8ExLKXOasMxTl7ooDoF+5dKcnm/VdMetTawcSQ2yHqqzf7t+gr78MblMhiqau0jiOvwG/7+Mncohpy2yBwYBDgTELvdny+0OA+GNnZqWDBGkTCekkTtSGkbp+p185xRvUtuF7/dOBKdUe1gXsTRpT8OCb14wn4QQ9K+xA7XefDT5ivT2wtTfjiE6/SXV8JvaJeG3rg9OCMBjOYqryiR4Q5lJAxXKOOUT6lCxP36YzcQ2/Fo7MpnVRezsRzGC5MP/Yk8jjFsYpNlL2b46Ssh6OezPITTAxVJR2Xb87Fl/KO/wBA718UzdC+E1JWZKfGeIx/a5P8A1KQAiboBlo30O5p06OWSK8n8H413sETRELjPmlpEghevaGlOYNB6pztzh1hlmE7Ly+pdVyGodsIevX2tLkgmxwb9KewebpgPZjm10TKeDXvbYpIpL37anY52/V8EGk8FgaHC5ETubAy7vflkL672nHryq/hzMfKhvS6rnJfYrPSq26jXTjXuJT8anM9Cg6cPJyEpcDVLFjFVj3r0fpcVSAKzuYMWg7fG2w6Xsi25ogkAdhfDuOxyTMdkeiCJ/REdl8hyF5R3sDEnTf0ekcSRgsHKfxL5zyCkUGr3y7acjrQm6vOGeQ5ymLCgvt0kO1pKrU50cUxuZRUwXvR37HU4ElCVAgZHO/NgJXtxcLrKknj6rw6NyGpqcsKihlvNcl9H+cMmkr/6JXZuKfahebLtbH0zR2F7zzfMI6xJDXTb5ejeAjfiMDSK3mdvEzlaLLbU8qL+8FCZHyNuS8rTxp6D4YsY0YblIBuBsmNWV952XNYcDWUh9Mu2euczg2FUkFduz8m+An43yfScEbF2T/vqglsJLiuQiOSp50YSQ1qw05NYOkK5gz7W+tIRZ6Xqba5shgqa7PWrcA8g8DFneE1JJYmg3yrM/i16kbvQSLDcDHzcV41taYp7jJyOIC9ShaDr2WRq+EUXqZut+eykhwSVbAJ0sI19GEfxUpPQXx92ml/1+QGDkm7GOdonB4VojjUfPVtOBps1dTvsZ3xPNJJ4sLMEMswXDSwusd9168Qr0qSFGrgDKgZlKxsnuIPDD3quHWodx0AODWSBRTd90R62PkzOouVTLRGkvN6L78OrgeuUdUzVSwKNV0DJQfhLXDqGQKv6/DHGcaBgfX+sQQJd4Eb3XH5lUAiwxmOivfzW8aqy2K28z/uaLpdFLDSgq/usesthJkFeaqhx2/8muQkoBm22155oM6U69i3rWPpViRf16JmGFeWjJF+43ILMfcEXoeLlfjNenVjxOOKS/RHD5QejD1+YiNlnclpnv4GICv682S0m58iDNwbfrl7qFh63UBQWo8Ej2PdRMjUWAjxsmbcuFz1kGXcOjTmeGBDg23/kwRGIi3HeX1ISFzLMWw0749ASmR35+DlyHCvHjPcncbtvIlwtzLzEHrR18wafIILywDrAUcEIMEmzLpqXaCS6ZKKqMz2IVh2inachg9rCEHwKJD9Y9Af0TT5kZHfGrnS4xjKfCr2RYhavCXPjL7X0qKBU8JMLox5PXkP/VDRYmpq1dAve0DM7QEZqZYRrBRdq74hecOlXBGfVY5gMJg4BMeSNXGfxxK1slpFb/KEb2ojZNLZVnANxBTRa0owkqaOCQoM2IZWUHWQt3gA70dsF9zzxO7k47Mfnv3q5C5b76VSuniEF0Sg/XqSf5LxliAeGR51bPDoxq8cxXmVaOAJwhvpY89HR7VvYn8DB8EtfHM77dPXHcC5/YRDp+fBoMG15TEMwiP65PuWBks/fJdl59CzfFfsaGckNFfimHgIFkPUnCdq1qusORfdLaCLe+nBuWsarhtmrWOOCmwMn3AiGiCsNe6I36wLR2OtH5apteFMo5jhoYw1PcfqCIGqfd+vuNxlyTFbWUsQ3qrwbWxiUofTXmJy2BETEUBSC7Bf82+b+XVFTI8Ltuc7KHPMzkzAfFAgQhLEH0bBNof8CcYjjawzOvHxIDkcVT1V4FUSx+C97jsf/mAb9RysrKnriKVFFfkxThbzNMM4MoQkHs0rN/kEuoQNa1WFnG339NYqcZSM/zA9oHsMt5NLXbW1GR/9oYv15HO+jgMV/ToPdiPX+036clWUNXJ09LbJtWfG4labUT2ImsdoOIGzfRojMhhwiB9x8L+I8bA0XBXbE80YeBdpriGxWAthoKU5e9IDa5k/KmAdi8WTNaNlO4dS0OUuEl3nepcw99RGqUAE51rGhsSRTO6KH9HyFlXVx4LGPPW6QTKYLxcMOr4LYbwm8J57T2Z6N4vqvUX1/ZpTg5qxq46dl95DaRpyuE0QuuJk5rbhT8/VIN1X4ASFyB96kykgxeEOOoPZBueaOZ9ZPbgv1iMp6jG6LkSdbdRrNTKmSZErl7Zl6sPX3sL2YgIvfkqAF+fiRxFHLkDwsshBRBDIX/S6W7mlaNUPVxmN6yeLsLqozYnlY8MuNg6bC+x8uS2ryhLDPVFRyxGKhuCDoLjumAdeg5bRIBIz8EOXOwlUXs9vqcNjHIVMzW1GYzKYaxnGNqd+YN6EqPuRMQJYPB9myuo7f/h2wwSGNYFplY5nRfNliuYeBrqfWlZGGzvrSbhun2+D7rNrrvfGlkdJhp7+jciJj4L0QHXO4xVb0kGrygLbJTyArfbR0mmVOvWYNagfmDMtOdKVE09IXHa2JyZLTILpNrCeTBWp+XeGxQxe8z54Me0wFa3bnb2zLp94N27ULX6063oAerPf1gYu5s5gQWfEScs+fXGHvjRjf9+v1Brd0VoixFEQ2XFFfHvzEZvU/IJwkd87Vx2fVM4TSE9+BIIbWly/0wWVw4YSpkamaTgzARUvZMP0elue8D7ykgo8xWJ+OVA9XMHCjUeHs2L5ZadMOffQD/JgsWIhfar0S8IIsn7YvGbs45qQ3rRkWWkmoVVxLZ7ykQ/2VgjVXdFxhBL2w6fCB+/jbfA1hDTlv4fQYSWr8bbzsB29LSXeuDhs+ueh8VujvY4fPdT7JAZmnEgjTmg88CoRD5VBy/hrhop2JR1Ggrlmnv3AqmkHDQW1ebAmP7rzGpoE/BpHOt6V5cgSm9ROFeXF9mW3pkm9A7YP8Tm6dD0z2o0zGWtRBo3tPXe0Dj6RMYxbtbpn9I8N+Pz6TWqXp/4IAoSZa30lvFQo12G9ASHKjeobDoQTx9i8iBisoIWzOz6L9eT3DIgKVJoFtgh89sUPm8YP72kExHuXB1rbJHeP5sWXoXMRn0vQuZpRkrop9nna5XuH1YZtNJDszqlVVMPrryNanKc1ZFDAyIx3tvYT63IpNYaTEciJ2LinTn1DN71LvPK1er6D1RkSy2ymJugsGVfuJgiXVS6klpcKhoFTEDvOOTsOa0rEct7oNNb8eJJbLub65z0BTWYuGxxHMhqjOyBq4oJC3+rO5K8Nz1quQ6UQ/Sop15cW5fxGNyQME2DOdFRzaKF4mJh1DkkS8sNrRsHv21nCWlaLqJ8n7n/r4w8yJacdgTaUpWv/zN/fGqvMKwq7sk0Fkj4kadqDfhv++JGAaWe5UioyTZ+CthRb+tLAz58chhSDe0J7H2a6KGHUoMik3luVseyNrMaXiAjS559DSkx6hQVAQcFdbnUEuGb7fpin88gcsxm4hMZso56n10IUBcjaJ/Y17cgV5s5NhdBecOenDONtpA/IR2CFsJ4Ip9Y+Fc76F76l3v6lp0zFoHKoSHp1U4hXvxp6uTkeewv5sjv67OwZk4ClWp2HKJ+OZfm5wkRCZ7jTj7KYrJaKVw2iD1k2RYgvmT6PJPAaUQdeo9rbmFJyw+aaLKs5ZVsHb3O5719yE3NNW3eue3+bvkx3RT6cd7osPdakcsI9DDx7aga3omX4Jla4r+773jknbs4l+KzYR4bTh+lAYO/yH5/jbwaaHNGaG4i0HD1uzNguqzB97umxSyarARxr4pTg+VOXJ0DEE55Q1X92qa5dq5v8YlplMIOjwKlhYNU23A3alQ+injjfORAW19qeutPHvZhhHDfwHiuG8lsg9OVWQS5+c7fmqQSB36lUat7Usn7F/OsF/D9KFkn+/LTfaV/unhOJ/wtQSwMEFAACAAgAT0tnStZFKylNAAAAawAAABsAAAB1bml2ZXJzYWwvdW5pdmVyc2FsLnBuZy54bWyzsa/IzVEoSy0qzszPs1Uy1DNQsrfj5bIpKEoty0wtV6gAigEFIUBJodJWycQIwS3PTCnJAKowMDZDCGakZqZnlNgqmZubwwX1gWYCAFBLAQIAABQAAgAIAEOUV0cNwDEewAEAANoDAAAPAAAAAAAAAAEAAAAAAAAAAABub25lL3BsYXllci54bWxQSwECAAAUAAIACABElFdHI7RO+/sCAACwCAAAFAAAAAAAAAABAAAAAADtAQAAdW5pdmVyc2FsL3BsYXllci54bWxQSwECAAAUAAIACABPS2dKUYU2pL49AABoowAAFwAAAAAAAAAAAAAAAAAaBQAAdW5pdmVyc2FsL3VuaXZlcnNhbC5wbmdQSwECAAAUAAIACABPS2dK1kUrKU0AAABrAAAAGwAAAAAAAAABAAAAAAANQwAAdW5pdmVyc2FsL3VuaXZlcnNhbC5wbmcueG1sUEsFBgAAAAAEAAQADQEAAJNDAAAAAA=="/>
  <p:tag name="ISPRING_OUTPUT_FOLDER" val="D:\360安全浏览器下载\6.6x"/>
  <p:tag name="ISPRING_PRESENTATION_TITLE" val="蓝色简约商务工作汇报总结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58937;#379828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58937;#379828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58937;#379828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58937;#379828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58937;#379828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58937;#379828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58937;#379828;"/>
</p:tagLst>
</file>

<file path=ppt/theme/theme1.xml><?xml version="1.0" encoding="utf-8"?>
<a:theme xmlns:a="http://schemas.openxmlformats.org/drawingml/2006/main" name="51PPT模板网   www.51pptmoban.com">
  <a:themeElements>
    <a:clrScheme name="自定义 245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D374A"/>
      </a:accent1>
      <a:accent2>
        <a:srgbClr val="6A868F"/>
      </a:accent2>
      <a:accent3>
        <a:srgbClr val="31778E"/>
      </a:accent3>
      <a:accent4>
        <a:srgbClr val="D6C88B"/>
      </a:accent4>
      <a:accent5>
        <a:srgbClr val="D66E49"/>
      </a:accent5>
      <a:accent6>
        <a:srgbClr val="649EB2"/>
      </a:accent6>
      <a:hlink>
        <a:srgbClr val="BD374A"/>
      </a:hlink>
      <a:folHlink>
        <a:srgbClr val="BFBFBF"/>
      </a:folHlink>
    </a:clrScheme>
    <a:fontScheme name="n55w1lvk">
      <a:majorFont>
        <a:latin typeface="HarmonyOS Sans SC" panose="020F0302020204030204"/>
        <a:ea typeface="阿里巴巴普惠体 2.0 55 Regular"/>
        <a:cs typeface=""/>
      </a:majorFont>
      <a:minorFont>
        <a:latin typeface="HarmonyOS Sans SC" panose="020F0502020204030204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B87A56"/>
        </a:solidFill>
        <a:ln>
          <a:noFill/>
        </a:ln>
      </a:spPr>
      <a:bodyPr rtlCol="0" anchor="ctr"/>
      <a:lstStyle>
        <a:defPPr algn="ctr">
          <a:defRPr>
            <a:cs typeface="+mn-ea"/>
            <a:sym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708</Words>
  <Application>Microsoft Office PowerPoint</Application>
  <PresentationFormat>自定义</PresentationFormat>
  <Paragraphs>117</Paragraphs>
  <Slides>13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HarmonyOS Sans SC</vt:lpstr>
      <vt:lpstr>华文琥珀</vt:lpstr>
      <vt:lpstr>华文楷体</vt:lpstr>
      <vt:lpstr>华文中宋</vt:lpstr>
      <vt:lpstr>思源宋体 CN Heavy</vt:lpstr>
      <vt:lpstr>Arial</vt:lpstr>
      <vt:lpstr>Calibri</vt:lpstr>
      <vt:lpstr>Open Sans</vt:lpstr>
      <vt:lpstr>51PPT模板网   www.51pptmoban.com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流体几何线条莫兰迪风总结汇报商务通用ppt模板</dc:title>
  <dc:creator>51PPT模板网</dc:creator>
  <cp:keywords>www.51pptmoban.com</cp:keywords>
  <dc:description>www.51pptmoban.com</dc:description>
  <cp:lastModifiedBy>Theadora Tang</cp:lastModifiedBy>
  <cp:revision>9</cp:revision>
  <dcterms:created xsi:type="dcterms:W3CDTF">2016-10-17T14:00:15Z</dcterms:created>
  <dcterms:modified xsi:type="dcterms:W3CDTF">2026-05-28T06:35:37Z</dcterms:modified>
</cp:coreProperties>
</file>