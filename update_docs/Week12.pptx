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49" autoAdjust="0"/>
  </p:normalViewPr>
  <p:slideViewPr>
    <p:cSldViewPr snapToGrid="0">
      <p:cViewPr varScale="1">
        <p:scale>
          <a:sx n="99" d="100"/>
          <a:sy n="99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BB7D-7494-5B23-2E1E-704EEA6A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60DBC0-B694-E054-C633-4DD2203B91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AC211-AEFD-4CDF-B73F-9692C3990C0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77CBAF5-9BA7-1881-9691-54C06A24F2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3E89FA-7626-7726-DA4B-8A38CB6AF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好，接下来由我代表我们小组进行小组有关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RSSReader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的开发初步设想，我们小组的成员有：唐小卉、方蕴仪、赖鑫、洪贝贝、仲韦萱、唐益、朱文韬、徐治平、张宥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8F5B9-A632-E09A-D22B-999F9DFE47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EFDF5-9786-E98B-B124-F849E8AE6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24933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我们的核心目标主要有三个板块：第一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是基础阅读体验，能够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RSS Feed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的订阅与阅读；第二，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实现内容管理与搜索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，构建检索系统和实现有关笔记以及相关的内容导出功能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；第三，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是通过AI赋能，提供摘要和翻译等高级功能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因为要适配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的系统，所以我们打算开发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应用。项目采用前后端分离架构。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在技术架构上，我们采用了前后端分离的设计。前端使用Vue3和Vite。后端选用高性能的FastAPI框架。数据库采用轻量级的SQLite。AI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引擎既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兼容OpenAI的API，同时也支持本地大模型，兼顾了性能和隐私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我们的RSS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Reader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计划提供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RSS Feed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解析、文章展示、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自动同步、全文搜索、笔记系统以及导出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功能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力求覆盖用户在信息获取和管理过程中的每一个环节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AI 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赋能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方面，我们设计了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Summary Agent 和 Translation 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Agent，支持文章摘要和多语言翻译，同时支持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本地大模型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兼容的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接入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在团队协作方面，我们没有按传统的前后端分工，而是让每位成员负责一个完整的功能模块，形成闭环。我们使用GitHub进行任务管理和代码协作，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通过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Issues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、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Fork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进行合作，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并通过每周更新文档来同步进度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同时我们也会让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Agent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帮助记录相关的日志供后续成员们自行回顾学习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这是我们团队成员的具体分工。可以看到，每个成员都各司其职，负责一个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或两个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独立的功能模块，每个人都为项目的成功做出了关键贡献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目前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我们初步模拟了项目的页面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本页展示的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是主阅读界面，采用经典的三栏布局，展示了订阅源、文章列表和阅读区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734C-9BC1-5E4C-43C7-752329D3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700E79-648F-4346-8A1F-6883C19699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514EB-409E-C061-5B3C-1A492C9ED63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AA0CE2-0CB5-E51B-5E77-826F93C6CF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D68D0B-7D1A-53EA-C2A7-07A8366A0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这个是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订阅管理界面，用户可以方便地添加和管理自己的订阅源。整体设计追求简洁和易用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当然这些只是初步设计，我们会在后续优化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UI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，力求简洁、美观、好用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99943-3A4D-E070-3E85-ED7FFD15C0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49420-EAFF-FB25-9E38-08F6D28A6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0290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总体来说，我们计划完成一个具备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RSS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阅读与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应用，这是我们目前的初步规划，谢谢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老师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0B9AE-39A8-7CC4-285F-A5B94E1B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077E103E-3913-6BDA-4139-303E4A0A59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4">
            <a:extLst>
              <a:ext uri="{FF2B5EF4-FFF2-40B4-BE49-F238E27FC236}">
                <a16:creationId xmlns:a16="http://schemas.microsoft.com/office/drawing/2014/main" id="{11971FF5-5B0A-74A4-39F7-ED3EB1BE68F5}"/>
              </a:ext>
            </a:extLst>
          </p:cNvPr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RSS Reader </a:t>
            </a:r>
            <a:r>
              <a:rPr lang="en-US" sz="5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</a:t>
            </a:r>
            <a:r>
              <a:rPr lang="zh-CN" altLang="en-US" sz="5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介绍</a:t>
            </a:r>
            <a:endParaRPr lang="en-US" sz="1800" dirty="0"/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60CDDFF3-5081-6BA4-D91E-A21129A43C8B}"/>
              </a:ext>
            </a:extLst>
          </p:cNvPr>
          <p:cNvSpPr/>
          <p:nvPr/>
        </p:nvSpPr>
        <p:spPr>
          <a:xfrm>
            <a:off x="834571" y="4508500"/>
            <a:ext cx="1016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7">
            <a:extLst>
              <a:ext uri="{FF2B5EF4-FFF2-40B4-BE49-F238E27FC236}">
                <a16:creationId xmlns:a16="http://schemas.microsoft.com/office/drawing/2014/main" id="{15D64368-A04B-6827-4535-064667745DB0}"/>
              </a:ext>
            </a:extLst>
          </p:cNvPr>
          <p:cNvSpPr/>
          <p:nvPr/>
        </p:nvSpPr>
        <p:spPr>
          <a:xfrm>
            <a:off x="1088571" y="4762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endParaRPr lang="en-US" sz="1600" dirty="0"/>
          </a:p>
          <a:p>
            <a:pPr indent="0" algn="ctr">
              <a:lnSpc>
                <a:spcPct val="108333"/>
              </a:lnSpc>
            </a:pPr>
            <a:r>
              <a:rPr lang="zh-CN" altLang="en-US" sz="1600" b="1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唐小卉</a:t>
            </a:r>
            <a:endParaRPr lang="en-US" sz="1600" b="1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8">
            <a:extLst>
              <a:ext uri="{FF2B5EF4-FFF2-40B4-BE49-F238E27FC236}">
                <a16:creationId xmlns:a16="http://schemas.microsoft.com/office/drawing/2014/main" id="{AC6214AD-CA03-49F8-099A-9344CEB08D3C}"/>
              </a:ext>
            </a:extLst>
          </p:cNvPr>
          <p:cNvSpPr/>
          <p:nvPr/>
        </p:nvSpPr>
        <p:spPr>
          <a:xfrm>
            <a:off x="4136571" y="4889500"/>
            <a:ext cx="127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681A719C-C26C-EA1C-0322-EE0E958D39AB}"/>
              </a:ext>
            </a:extLst>
          </p:cNvPr>
          <p:cNvSpPr/>
          <p:nvPr/>
        </p:nvSpPr>
        <p:spPr>
          <a:xfrm>
            <a:off x="4390571" y="4762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</a:t>
            </a:r>
            <a:endParaRPr lang="en-US" sz="1600" dirty="0"/>
          </a:p>
          <a:p>
            <a:pPr indent="0" algn="ctr">
              <a:lnSpc>
                <a:spcPct val="108333"/>
              </a:lnSpc>
            </a:pPr>
            <a:r>
              <a:rPr lang="en-US" sz="1600" b="1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唐小卉、方蕴仪、赖鑫、洪贝贝</a:t>
            </a:r>
            <a:r>
              <a:rPr lang="en-US" sz="1600" b="1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</a:p>
          <a:p>
            <a:pPr indent="0" algn="ctr">
              <a:lnSpc>
                <a:spcPct val="108333"/>
              </a:lnSpc>
            </a:pPr>
            <a:r>
              <a:rPr lang="en-US" sz="1600" b="1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仲韦萱、唐益、朱文韬、徐治平、张宥</a:t>
            </a:r>
            <a:endParaRPr lang="en-US" sz="1600" b="1" i="0" u="none" strike="noStrike" dirty="0">
              <a:solidFill>
                <a:srgbClr val="FFFFFF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619437F6-2D37-4162-A8C2-4F6DFA0B0D04}"/>
              </a:ext>
            </a:extLst>
          </p:cNvPr>
          <p:cNvSpPr/>
          <p:nvPr/>
        </p:nvSpPr>
        <p:spPr>
          <a:xfrm>
            <a:off x="8200571" y="4889500"/>
            <a:ext cx="127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1">
            <a:extLst>
              <a:ext uri="{FF2B5EF4-FFF2-40B4-BE49-F238E27FC236}">
                <a16:creationId xmlns:a16="http://schemas.microsoft.com/office/drawing/2014/main" id="{0963FE50-CC9D-FFAB-74C3-A3F26D7955ED}"/>
              </a:ext>
            </a:extLst>
          </p:cNvPr>
          <p:cNvSpPr/>
          <p:nvPr/>
        </p:nvSpPr>
        <p:spPr>
          <a:xfrm>
            <a:off x="8454571" y="4762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1600" dirty="0"/>
          </a:p>
          <a:p>
            <a:pPr indent="0" algn="ctr">
              <a:lnSpc>
                <a:spcPct val="108333"/>
              </a:lnSpc>
            </a:pPr>
            <a:r>
              <a:rPr lang="en-US" sz="1600" b="1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</a:t>
            </a:r>
          </a:p>
        </p:txBody>
      </p:sp>
    </p:spTree>
    <p:extLst>
      <p:ext uri="{BB962C8B-B14F-4D97-AF65-F5344CB8AC3E}">
        <p14:creationId xmlns:p14="http://schemas.microsoft.com/office/powerpoint/2010/main" val="195151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功能预设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71915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25915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00515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基础阅读体验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Foundation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341915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实现稳定、可靠的RSS Feed订阅与阅读功能。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提供流畅、直观的文章浏览界面，降低阅读门槛。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071915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325915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2300515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内容管理效率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Efficiency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99000" y="3341915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构建强大的全文检索系统，海量文章快速定位。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支持深度笔记与多格式导出，助力个人知识库沉淀。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071915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325915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17000" y="2300515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智能赋能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Intelligence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382000" y="3341915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深度集成AI，提供文章智能摘要与实时翻译功能。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支持本地部署大模型，在保证响应速度的同时兼顾隐私安全。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Web</a:t>
            </a: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Web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应用形式，确保对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Windows 和 macOS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系统的无缝适配，开发更简单，跨平台部署更容易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2590800" cy="3683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00200" y="29210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 (Frontend)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3683000"/>
            <a:ext cx="2184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📦 技术栈：Vue3 + Vite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采用行业领先的组合，提供响应式、现代化的用户界面和极致流畅的交互体验，大幅降低用户学习成本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05200" y="2540000"/>
            <a:ext cx="2590800" cy="3683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05200" y="2540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921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343400" y="29210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(Backend)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08400" y="3683000"/>
            <a:ext cx="2184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⚡ </a:t>
            </a:r>
            <a:r>
              <a:rPr lang="en-US" sz="13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技术栈：FastAPI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高性能、异步处理框架，拥有极高的开发效率和文档自动生成能力，可快速构建稳定、安全的后端API服务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8400" y="2540000"/>
            <a:ext cx="2590800" cy="3683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48400" y="2540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400" y="2921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86600" y="29210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(DB)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51600" y="3683000"/>
            <a:ext cx="2184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💾 技术栈：SQLite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轻量级、无服务器、文件型关系数据库。无需复杂配置即可运行，便于本地开发、调试与分发部署。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991600" y="2540000"/>
            <a:ext cx="2590800" cy="3683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991600" y="2540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5600" y="2921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829800" y="2921000"/>
            <a:ext cx="152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引擎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94800" y="3683000"/>
            <a:ext cx="2184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🧠 接口：OpenAI 兼容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灵活兼容云端API和本地大模型(如 Ollama/vLLM)，兼顾高性能与隐私安全，支持私有化部署需求。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828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82800"/>
            <a:ext cx="198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订阅与阅读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RSS Feed 解析与订阅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支持RSS及Atom等多种主流Feed格式，提供便捷的添加与分组管理功能。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沉浸式文章阅读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提供干净舒适的阅读视图，支持夜间/护眼等多种主题与字体样式切换。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0828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20828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同步与搜索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048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内容自动同步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自动后台检查并更新订阅源内容，确保不错过任何一条关键信息。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99000" y="469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毫秒级全文搜索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内置强大的索引引擎，支持快速检索历史文章，瞬间定位感兴趣内容。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0828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144000" y="20828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记录与分享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048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随读笔记系统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阅读时随时标记重点并记录灵感，完美兼容Markdown格式编辑。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382000" y="469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灵活的多格式导出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支持单篇或批量导出为Markdown或PDF格式，便于长期归档或跨平台分享。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赋能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588000" y="1778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▍AI 功能模块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2413000"/>
            <a:ext cx="2794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0400" y="2565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159500" y="254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智能摘要 (Summary)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自动提炼文章核心要点，极速掌握内容精髓。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基于大语言模型，精准提取与总结关键信息。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636000" y="2413000"/>
            <a:ext cx="2794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400" y="2565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207500" y="254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智能翻译 (Translation)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支持多语言实时互译，打破信息阅读的语言壁垒。</a:t>
            </a:r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深度集成AI翻译接口，兼顾准确性与流畅度。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588000" y="4445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▍核心优势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5080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0400" y="527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159500" y="52324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模型灵活接入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支持OpenAI等云端API，也兼容Ollama/vLLM等本地化部署，自由选择，灵活适配。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636000" y="5080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400" y="527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07500" y="52324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阅读体验无缝融合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AI能力深度嵌入阅读流，无需切换应用，一键即可获得摘要或翻译结果，体验更流畅。</a:t>
            </a:r>
          </a:p>
        </p:txBody>
      </p:sp>
      <p:pic>
        <p:nvPicPr>
          <p:cNvPr id="19" name="图片 18" descr="Gemini vs Claude vs ChatGPT vs Deepseek: Who is Actually Winning the LLM  Race Right Now? : r/Bard">
            <a:extLst>
              <a:ext uri="{FF2B5EF4-FFF2-40B4-BE49-F238E27FC236}">
                <a16:creationId xmlns:a16="http://schemas.microsoft.com/office/drawing/2014/main" id="{E74FCEF0-6753-DDCF-873D-470D40862C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689" y="2503034"/>
            <a:ext cx="5095311" cy="28679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合作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841500"/>
            <a:ext cx="1005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协作理念：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我们摒弃了传统的前后端分工模式，采用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按功能模块划分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的方式进行开发。每位成员负责一个完整的功能闭环，从设计到实现，确保了开发的高效性和模块的独立性，有效减少了跨角色沟通成本与系统耦合风险。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449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492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任务管理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GitHub Issue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zh-CN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altLang="zh-CN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Issue</a:t>
            </a:r>
            <a:r>
              <a:rPr lang="zh-CN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记录开发中的问题和心得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6449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3492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代码协作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Fork &amp; Pull Request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严格遵循“分支开发，合并请求”规范，把控代码质量，降低集成风险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0165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594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5207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进度同步 · 每周更新文档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建立“周报+在线文档”双重同步机制，成员定期同步负责模块的关键进展与风险，确保团队信息同频。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50165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53594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5207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开发模式 · AI 协作开发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在需求分析、代码生成、测试用例编写及复盘总结的全生命周期引入AI辅助工具，显著提升开发人效。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项目分工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唐小卉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项目初始化和RSS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Reader </a:t>
            </a:r>
            <a:r>
              <a:rPr lang="zh-CN" alt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r>
              <a:rPr lang="en-US" altLang="zh-CN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zh-CN" alt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接口设计</a:t>
            </a:r>
            <a:endParaRPr lang="en-US" sz="13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项目架构搭建、数据模型设计、RSS解析与API开发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99000" y="1778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方蕴仪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RSS 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Reader阅读系统+笔记功能开发</a:t>
            </a:r>
            <a:endParaRPr lang="en-US" sz="13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阅读页面与UI开发、笔记功能实现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82000" y="1778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赖鑫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zh-CN" alt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笔记和文章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导出与</a:t>
            </a:r>
            <a:r>
              <a:rPr lang="zh-CN" alt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系统功能测试</a:t>
            </a:r>
            <a:endParaRPr lang="en-US" sz="13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文章导出功能、项目文档整理与Bug修复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洪贝贝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RSS订阅同步系统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OPML导入导出、Feed自动同步机制开发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45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445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99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仲韦萱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内容处理与阅读优化系统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HTML内容清洗、Markdown转换、阅读体验优化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128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82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唐益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搜索</a:t>
            </a:r>
            <a:r>
              <a:rPr lang="zh-CN" altLang="en-US" sz="1300" b="1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</a:t>
            </a:r>
            <a:endParaRPr lang="en-US" sz="13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SQLite全文搜索功能开发、搜索页面UI实现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080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20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朱文韬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Summary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</a:t>
            </a: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Agent核心开发、多模型支持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445000" y="5080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445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699000" y="520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徐治平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本地模型</a:t>
            </a:r>
            <a:r>
              <a:rPr lang="zh-CN" alt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接入支持</a:t>
            </a:r>
            <a:endParaRPr lang="en-US" sz="13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本地大模型接入支持、AI摘要结果展示页面开发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28000" y="5080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128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382000" y="520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张宥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Translation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Translation Agent开发、多语言支持（i18n）实现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界面预设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23371" y="1270000"/>
            <a:ext cx="12068629" cy="5442856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526" b="526"/>
          <a:stretch>
            <a:fillRect/>
          </a:stretch>
        </p:blipFill>
        <p:spPr>
          <a:xfrm>
            <a:off x="818384" y="1636446"/>
            <a:ext cx="8684844" cy="4708461"/>
          </a:xfrm>
          <a:prstGeom prst="rect">
            <a:avLst/>
          </a:prstGeom>
          <a:noFill/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011228" y="2073470"/>
            <a:ext cx="1672772" cy="4665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主阅读界面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011228" y="2815771"/>
            <a:ext cx="1895974" cy="33805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展示了应用的核心布局，包括左侧的订阅源列表、中间的文章列表和右侧的文章详情与笔记区域。界面简洁，信息层级清晰，能帮助用户快速获取资讯。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32A52-9AFB-9E9B-3D6F-93B33C9C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B29B89B-B4F5-8527-3A47-800135F4E4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4EB8C7F-220A-6365-0B32-AA717C87BF2E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界面预设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8338C5C-FFCC-6C65-0480-8B494090CA88}"/>
              </a:ext>
            </a:extLst>
          </p:cNvPr>
          <p:cNvSpPr/>
          <p:nvPr/>
        </p:nvSpPr>
        <p:spPr>
          <a:xfrm>
            <a:off x="662522" y="1467030"/>
            <a:ext cx="11224677" cy="5224055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1C957DA-EC8E-3D3D-2ECD-357185449B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6" b="526"/>
          <a:stretch>
            <a:fillRect/>
          </a:stretch>
        </p:blipFill>
        <p:spPr>
          <a:xfrm>
            <a:off x="1016000" y="1652870"/>
            <a:ext cx="9974324" cy="4852374"/>
          </a:xfrm>
          <a:prstGeom prst="rect">
            <a:avLst/>
          </a:prstGeom>
          <a:noFill/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CC969EF6-F2AA-CB20-4D90-FB1E12CD5873}"/>
              </a:ext>
            </a:extLst>
          </p:cNvPr>
          <p:cNvSpPr/>
          <p:nvPr/>
        </p:nvSpPr>
        <p:spPr>
          <a:xfrm>
            <a:off x="1201676" y="4508500"/>
            <a:ext cx="9974324" cy="3744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订阅管理界面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0CD8B28-02D3-1E13-6E7B-865F335583E5}"/>
              </a:ext>
            </a:extLst>
          </p:cNvPr>
          <p:cNvSpPr/>
          <p:nvPr/>
        </p:nvSpPr>
        <p:spPr>
          <a:xfrm>
            <a:off x="1201676" y="5080000"/>
            <a:ext cx="9974324" cy="9985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展示了订阅源的管理页面，支持添加、编辑和删除Feed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27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0" y="29845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600" b="1" dirty="0">
                <a:solidFill>
                  <a:srgbClr val="1F2937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sym typeface="Noto Sans SC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850</Words>
  <Application>Microsoft Office PowerPoint</Application>
  <PresentationFormat>宽屏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优设标题黑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Theadora Tang</cp:lastModifiedBy>
  <cp:revision>4</cp:revision>
  <dcterms:modified xsi:type="dcterms:W3CDTF">2026-05-21T09:58:39Z</dcterms:modified>
</cp:coreProperties>
</file>